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62"/>
  </p:notesMasterIdLst>
  <p:handoutMasterIdLst>
    <p:handoutMasterId r:id="rId63"/>
  </p:handoutMasterIdLst>
  <p:sldIdLst>
    <p:sldId id="256" r:id="rId2"/>
    <p:sldId id="258" r:id="rId3"/>
    <p:sldId id="257" r:id="rId4"/>
    <p:sldId id="300" r:id="rId5"/>
    <p:sldId id="297" r:id="rId6"/>
    <p:sldId id="299" r:id="rId7"/>
    <p:sldId id="298" r:id="rId8"/>
    <p:sldId id="303" r:id="rId9"/>
    <p:sldId id="304" r:id="rId10"/>
    <p:sldId id="302" r:id="rId11"/>
    <p:sldId id="305" r:id="rId12"/>
    <p:sldId id="301" r:id="rId13"/>
    <p:sldId id="306" r:id="rId14"/>
    <p:sldId id="308" r:id="rId15"/>
    <p:sldId id="307" r:id="rId16"/>
    <p:sldId id="310" r:id="rId17"/>
    <p:sldId id="309" r:id="rId18"/>
    <p:sldId id="312" r:id="rId19"/>
    <p:sldId id="313" r:id="rId20"/>
    <p:sldId id="311" r:id="rId21"/>
    <p:sldId id="315" r:id="rId22"/>
    <p:sldId id="316" r:id="rId23"/>
    <p:sldId id="314" r:id="rId24"/>
    <p:sldId id="318" r:id="rId25"/>
    <p:sldId id="319" r:id="rId26"/>
    <p:sldId id="320" r:id="rId27"/>
    <p:sldId id="321" r:id="rId28"/>
    <p:sldId id="323" r:id="rId29"/>
    <p:sldId id="322" r:id="rId30"/>
    <p:sldId id="324" r:id="rId31"/>
    <p:sldId id="325" r:id="rId32"/>
    <p:sldId id="327" r:id="rId33"/>
    <p:sldId id="326" r:id="rId34"/>
    <p:sldId id="328" r:id="rId35"/>
    <p:sldId id="329" r:id="rId36"/>
    <p:sldId id="330" r:id="rId37"/>
    <p:sldId id="331" r:id="rId38"/>
    <p:sldId id="332" r:id="rId39"/>
    <p:sldId id="333" r:id="rId40"/>
    <p:sldId id="335" r:id="rId41"/>
    <p:sldId id="334" r:id="rId42"/>
    <p:sldId id="336" r:id="rId43"/>
    <p:sldId id="353" r:id="rId44"/>
    <p:sldId id="338" r:id="rId45"/>
    <p:sldId id="337" r:id="rId46"/>
    <p:sldId id="349" r:id="rId47"/>
    <p:sldId id="350" r:id="rId48"/>
    <p:sldId id="343" r:id="rId49"/>
    <p:sldId id="340" r:id="rId50"/>
    <p:sldId id="351" r:id="rId51"/>
    <p:sldId id="352" r:id="rId52"/>
    <p:sldId id="345" r:id="rId53"/>
    <p:sldId id="347" r:id="rId54"/>
    <p:sldId id="348" r:id="rId55"/>
    <p:sldId id="339" r:id="rId56"/>
    <p:sldId id="341" r:id="rId57"/>
    <p:sldId id="342" r:id="rId58"/>
    <p:sldId id="344" r:id="rId59"/>
    <p:sldId id="346" r:id="rId60"/>
    <p:sldId id="296"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090CFD-C93A-2E28-78D8-BB51D84256D9}" name="Long Hoang" initials="LH" userId="S::hoangbao@synopsys.com::5826c561-dfc3-4c7a-90a7-d29294c55f4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5E9B4B-4537-4581-82AF-A3B0CEF6911C}" v="41" dt="2026-07-08T15:24:12.36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40" d="100"/>
          <a:sy n="140" d="100"/>
        </p:scale>
        <p:origin x="132"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Hoang" userId="5826c561-dfc3-4c7a-90a7-d29294c55f4c" providerId="ADAL" clId="{FADD2A81-CAD9-4879-80E6-E3416C9F49C5}"/>
    <pc:docChg chg="undo custSel addSld delSld modSld sldOrd">
      <pc:chgData name="Long Hoang" userId="5826c561-dfc3-4c7a-90a7-d29294c55f4c" providerId="ADAL" clId="{FADD2A81-CAD9-4879-80E6-E3416C9F49C5}" dt="2026-07-08T15:30:47.134" v="1605" actId="1076"/>
      <pc:docMkLst>
        <pc:docMk/>
      </pc:docMkLst>
      <pc:sldChg chg="modSp mod">
        <pc:chgData name="Long Hoang" userId="5826c561-dfc3-4c7a-90a7-d29294c55f4c" providerId="ADAL" clId="{FADD2A81-CAD9-4879-80E6-E3416C9F49C5}" dt="2026-06-25T15:19:59.338" v="9" actId="20577"/>
        <pc:sldMkLst>
          <pc:docMk/>
          <pc:sldMk cId="658088981" sldId="256"/>
        </pc:sldMkLst>
        <pc:spChg chg="mod">
          <ac:chgData name="Long Hoang" userId="5826c561-dfc3-4c7a-90a7-d29294c55f4c" providerId="ADAL" clId="{FADD2A81-CAD9-4879-80E6-E3416C9F49C5}" dt="2026-06-25T15:19:59.338" v="9" actId="20577"/>
          <ac:spMkLst>
            <pc:docMk/>
            <pc:sldMk cId="658088981" sldId="256"/>
            <ac:spMk id="2" creationId="{63AC5EEF-F96F-A9D9-A3EF-1C39A7453AA4}"/>
          </ac:spMkLst>
        </pc:spChg>
      </pc:sldChg>
      <pc:sldChg chg="addSp delSp modSp mod">
        <pc:chgData name="Long Hoang" userId="5826c561-dfc3-4c7a-90a7-d29294c55f4c" providerId="ADAL" clId="{FADD2A81-CAD9-4879-80E6-E3416C9F49C5}" dt="2026-06-25T15:21:44.943" v="60" actId="1076"/>
        <pc:sldMkLst>
          <pc:docMk/>
          <pc:sldMk cId="3003564154" sldId="257"/>
        </pc:sldMkLst>
        <pc:spChg chg="add del">
          <ac:chgData name="Long Hoang" userId="5826c561-dfc3-4c7a-90a7-d29294c55f4c" providerId="ADAL" clId="{FADD2A81-CAD9-4879-80E6-E3416C9F49C5}" dt="2026-06-25T15:20:16.264" v="15" actId="478"/>
          <ac:spMkLst>
            <pc:docMk/>
            <pc:sldMk cId="3003564154" sldId="257"/>
            <ac:spMk id="2" creationId="{C1AA0AB8-8443-81DD-7370-31D74F0DFBC1}"/>
          </ac:spMkLst>
        </pc:spChg>
        <pc:spChg chg="add mod">
          <ac:chgData name="Long Hoang" userId="5826c561-dfc3-4c7a-90a7-d29294c55f4c" providerId="ADAL" clId="{FADD2A81-CAD9-4879-80E6-E3416C9F49C5}" dt="2026-06-25T15:21:44.943" v="60" actId="1076"/>
          <ac:spMkLst>
            <pc:docMk/>
            <pc:sldMk cId="3003564154" sldId="257"/>
            <ac:spMk id="6" creationId="{07D5FADE-F0AE-82FA-D05D-96DE0D65BE6D}"/>
          </ac:spMkLst>
        </pc:spChg>
        <pc:spChg chg="add mod">
          <ac:chgData name="Long Hoang" userId="5826c561-dfc3-4c7a-90a7-d29294c55f4c" providerId="ADAL" clId="{FADD2A81-CAD9-4879-80E6-E3416C9F49C5}" dt="2026-06-25T15:21:44.943" v="60" actId="1076"/>
          <ac:spMkLst>
            <pc:docMk/>
            <pc:sldMk cId="3003564154" sldId="257"/>
            <ac:spMk id="10" creationId="{03E1C6B5-93F7-ED32-44B3-58B1A56CABEE}"/>
          </ac:spMkLst>
        </pc:spChg>
        <pc:spChg chg="add mod">
          <ac:chgData name="Long Hoang" userId="5826c561-dfc3-4c7a-90a7-d29294c55f4c" providerId="ADAL" clId="{FADD2A81-CAD9-4879-80E6-E3416C9F49C5}" dt="2026-06-25T15:21:30.906" v="59" actId="1076"/>
          <ac:spMkLst>
            <pc:docMk/>
            <pc:sldMk cId="3003564154" sldId="257"/>
            <ac:spMk id="12" creationId="{F2C046AE-5474-0FD7-2DB5-8B82B227E1F1}"/>
          </ac:spMkLst>
        </pc:spChg>
      </pc:sldChg>
      <pc:sldChg chg="addSp modSp add">
        <pc:chgData name="Long Hoang" userId="5826c561-dfc3-4c7a-90a7-d29294c55f4c" providerId="ADAL" clId="{FADD2A81-CAD9-4879-80E6-E3416C9F49C5}" dt="2026-06-25T15:24:52.500" v="145" actId="1076"/>
        <pc:sldMkLst>
          <pc:docMk/>
          <pc:sldMk cId="3593228704" sldId="297"/>
        </pc:sldMkLst>
        <pc:spChg chg="add mod">
          <ac:chgData name="Long Hoang" userId="5826c561-dfc3-4c7a-90a7-d29294c55f4c" providerId="ADAL" clId="{FADD2A81-CAD9-4879-80E6-E3416C9F49C5}" dt="2026-06-25T15:24:52.500" v="145" actId="1076"/>
          <ac:spMkLst>
            <pc:docMk/>
            <pc:sldMk cId="3593228704" sldId="297"/>
            <ac:spMk id="3" creationId="{D7B64C97-42CD-2F52-87FD-A04AE3EAC6BF}"/>
          </ac:spMkLst>
        </pc:spChg>
        <pc:spChg chg="add mod">
          <ac:chgData name="Long Hoang" userId="5826c561-dfc3-4c7a-90a7-d29294c55f4c" providerId="ADAL" clId="{FADD2A81-CAD9-4879-80E6-E3416C9F49C5}" dt="2026-06-25T15:24:49.371" v="144"/>
          <ac:spMkLst>
            <pc:docMk/>
            <pc:sldMk cId="3593228704" sldId="297"/>
            <ac:spMk id="5" creationId="{A30E7FD2-FC20-9701-51D8-CC2A7BA2963F}"/>
          </ac:spMkLst>
        </pc:spChg>
        <pc:picChg chg="add mod">
          <ac:chgData name="Long Hoang" userId="5826c561-dfc3-4c7a-90a7-d29294c55f4c" providerId="ADAL" clId="{FADD2A81-CAD9-4879-80E6-E3416C9F49C5}" dt="2026-06-25T15:24:52.500" v="145" actId="1076"/>
          <ac:picMkLst>
            <pc:docMk/>
            <pc:sldMk cId="3593228704" sldId="297"/>
            <ac:picMk id="4" creationId="{3BC6C4A3-C541-500C-B0F6-C0DC629CFF66}"/>
          </ac:picMkLst>
        </pc:picChg>
      </pc:sldChg>
      <pc:sldChg chg="addSp modSp add mod">
        <pc:chgData name="Long Hoang" userId="5826c561-dfc3-4c7a-90a7-d29294c55f4c" providerId="ADAL" clId="{FADD2A81-CAD9-4879-80E6-E3416C9F49C5}" dt="2026-06-25T16:15:59.469" v="1242" actId="1076"/>
        <pc:sldMkLst>
          <pc:docMk/>
          <pc:sldMk cId="2561111242" sldId="298"/>
        </pc:sldMkLst>
        <pc:spChg chg="add mod">
          <ac:chgData name="Long Hoang" userId="5826c561-dfc3-4c7a-90a7-d29294c55f4c" providerId="ADAL" clId="{FADD2A81-CAD9-4879-80E6-E3416C9F49C5}" dt="2026-06-25T15:25:46.581" v="153" actId="21"/>
          <ac:spMkLst>
            <pc:docMk/>
            <pc:sldMk cId="2561111242" sldId="298"/>
            <ac:spMk id="3" creationId="{5A8B8A58-B6C0-3A7E-D392-53BC94D83F7A}"/>
          </ac:spMkLst>
        </pc:spChg>
        <pc:spChg chg="add mod">
          <ac:chgData name="Long Hoang" userId="5826c561-dfc3-4c7a-90a7-d29294c55f4c" providerId="ADAL" clId="{FADD2A81-CAD9-4879-80E6-E3416C9F49C5}" dt="2026-06-25T15:27:33.476" v="183"/>
          <ac:spMkLst>
            <pc:docMk/>
            <pc:sldMk cId="2561111242" sldId="298"/>
            <ac:spMk id="5" creationId="{7650E63E-DCEE-7652-E7FA-573327473D44}"/>
          </ac:spMkLst>
        </pc:spChg>
        <pc:graphicFrameChg chg="add mod modGraphic">
          <ac:chgData name="Long Hoang" userId="5826c561-dfc3-4c7a-90a7-d29294c55f4c" providerId="ADAL" clId="{FADD2A81-CAD9-4879-80E6-E3416C9F49C5}" dt="2026-06-25T16:15:59.469" v="1242" actId="1076"/>
          <ac:graphicFrameMkLst>
            <pc:docMk/>
            <pc:sldMk cId="2561111242" sldId="298"/>
            <ac:graphicFrameMk id="4" creationId="{3EF8CCBA-E3AE-7CBB-F677-69C077CEB71E}"/>
          </ac:graphicFrameMkLst>
        </pc:graphicFrameChg>
      </pc:sldChg>
      <pc:sldChg chg="addSp modSp add mod">
        <pc:chgData name="Long Hoang" userId="5826c561-dfc3-4c7a-90a7-d29294c55f4c" providerId="ADAL" clId="{FADD2A81-CAD9-4879-80E6-E3416C9F49C5}" dt="2026-06-25T15:25:19.523" v="150" actId="1076"/>
        <pc:sldMkLst>
          <pc:docMk/>
          <pc:sldMk cId="2327932781" sldId="299"/>
        </pc:sldMkLst>
        <pc:spChg chg="add mod">
          <ac:chgData name="Long Hoang" userId="5826c561-dfc3-4c7a-90a7-d29294c55f4c" providerId="ADAL" clId="{FADD2A81-CAD9-4879-80E6-E3416C9F49C5}" dt="2026-06-25T15:25:00.907" v="146"/>
          <ac:spMkLst>
            <pc:docMk/>
            <pc:sldMk cId="2327932781" sldId="299"/>
            <ac:spMk id="3" creationId="{BA609AE8-A6AC-0623-5307-902F1A754681}"/>
          </ac:spMkLst>
        </pc:spChg>
        <pc:spChg chg="add mod">
          <ac:chgData name="Long Hoang" userId="5826c561-dfc3-4c7a-90a7-d29294c55f4c" providerId="ADAL" clId="{FADD2A81-CAD9-4879-80E6-E3416C9F49C5}" dt="2026-06-25T15:25:19.523" v="150" actId="1076"/>
          <ac:spMkLst>
            <pc:docMk/>
            <pc:sldMk cId="2327932781" sldId="299"/>
            <ac:spMk id="4" creationId="{BF268BEE-7B85-F489-C1B9-344E67F526D8}"/>
          </ac:spMkLst>
        </pc:spChg>
        <pc:spChg chg="add mod">
          <ac:chgData name="Long Hoang" userId="5826c561-dfc3-4c7a-90a7-d29294c55f4c" providerId="ADAL" clId="{FADD2A81-CAD9-4879-80E6-E3416C9F49C5}" dt="2026-06-25T15:25:19.523" v="150" actId="1076"/>
          <ac:spMkLst>
            <pc:docMk/>
            <pc:sldMk cId="2327932781" sldId="299"/>
            <ac:spMk id="5" creationId="{382A1B6A-5881-3534-5DA4-DBD700A5BE3B}"/>
          </ac:spMkLst>
        </pc:spChg>
        <pc:picChg chg="add mod">
          <ac:chgData name="Long Hoang" userId="5826c561-dfc3-4c7a-90a7-d29294c55f4c" providerId="ADAL" clId="{FADD2A81-CAD9-4879-80E6-E3416C9F49C5}" dt="2026-06-25T15:25:19.523" v="150" actId="1076"/>
          <ac:picMkLst>
            <pc:docMk/>
            <pc:sldMk cId="2327932781" sldId="299"/>
            <ac:picMk id="6" creationId="{0351E0FA-2E0F-F7FA-D373-00B518D7E426}"/>
          </ac:picMkLst>
        </pc:picChg>
      </pc:sldChg>
      <pc:sldChg chg="addSp modSp add mod ord">
        <pc:chgData name="Long Hoang" userId="5826c561-dfc3-4c7a-90a7-d29294c55f4c" providerId="ADAL" clId="{FADD2A81-CAD9-4879-80E6-E3416C9F49C5}" dt="2026-06-25T15:22:26.671" v="138" actId="20577"/>
        <pc:sldMkLst>
          <pc:docMk/>
          <pc:sldMk cId="1463632956" sldId="300"/>
        </pc:sldMkLst>
        <pc:spChg chg="add mod">
          <ac:chgData name="Long Hoang" userId="5826c561-dfc3-4c7a-90a7-d29294c55f4c" providerId="ADAL" clId="{FADD2A81-CAD9-4879-80E6-E3416C9F49C5}" dt="2026-06-25T15:21:56.423" v="64"/>
          <ac:spMkLst>
            <pc:docMk/>
            <pc:sldMk cId="1463632956" sldId="300"/>
            <ac:spMk id="4" creationId="{9A4BFEA7-FA11-8C09-1337-DFE583B5C2E4}"/>
          </ac:spMkLst>
        </pc:spChg>
        <pc:spChg chg="add mod">
          <ac:chgData name="Long Hoang" userId="5826c561-dfc3-4c7a-90a7-d29294c55f4c" providerId="ADAL" clId="{FADD2A81-CAD9-4879-80E6-E3416C9F49C5}" dt="2026-06-25T15:22:26.671" v="138" actId="20577"/>
          <ac:spMkLst>
            <pc:docMk/>
            <pc:sldMk cId="1463632956" sldId="300"/>
            <ac:spMk id="5" creationId="{58BA5456-015C-806B-FCEE-B12C9F1E7745}"/>
          </ac:spMkLst>
        </pc:spChg>
        <pc:picChg chg="add mod">
          <ac:chgData name="Long Hoang" userId="5826c561-dfc3-4c7a-90a7-d29294c55f4c" providerId="ADAL" clId="{FADD2A81-CAD9-4879-80E6-E3416C9F49C5}" dt="2026-06-25T15:21:56.423" v="64"/>
          <ac:picMkLst>
            <pc:docMk/>
            <pc:sldMk cId="1463632956" sldId="300"/>
            <ac:picMk id="3" creationId="{3F411600-6953-DBC1-CDBE-F55BB8F39EDC}"/>
          </ac:picMkLst>
        </pc:picChg>
      </pc:sldChg>
      <pc:sldChg chg="addSp modSp add mod">
        <pc:chgData name="Long Hoang" userId="5826c561-dfc3-4c7a-90a7-d29294c55f4c" providerId="ADAL" clId="{FADD2A81-CAD9-4879-80E6-E3416C9F49C5}" dt="2026-06-25T15:31:05.972" v="251"/>
        <pc:sldMkLst>
          <pc:docMk/>
          <pc:sldMk cId="2626190446" sldId="301"/>
        </pc:sldMkLst>
        <pc:spChg chg="add mod">
          <ac:chgData name="Long Hoang" userId="5826c561-dfc3-4c7a-90a7-d29294c55f4c" providerId="ADAL" clId="{FADD2A81-CAD9-4879-80E6-E3416C9F49C5}" dt="2026-06-25T15:31:05.972" v="251"/>
          <ac:spMkLst>
            <pc:docMk/>
            <pc:sldMk cId="2626190446" sldId="301"/>
            <ac:spMk id="5" creationId="{1CF6E2D4-2313-EFDB-888C-5A907C986DF5}"/>
          </ac:spMkLst>
        </pc:spChg>
        <pc:spChg chg="add mod">
          <ac:chgData name="Long Hoang" userId="5826c561-dfc3-4c7a-90a7-d29294c55f4c" providerId="ADAL" clId="{FADD2A81-CAD9-4879-80E6-E3416C9F49C5}" dt="2026-06-25T15:31:05.972" v="251"/>
          <ac:spMkLst>
            <pc:docMk/>
            <pc:sldMk cId="2626190446" sldId="301"/>
            <ac:spMk id="6" creationId="{C974F33C-AEAA-D124-1232-23FEC395CEDA}"/>
          </ac:spMkLst>
        </pc:spChg>
        <pc:graphicFrameChg chg="add mod modGraphic">
          <ac:chgData name="Long Hoang" userId="5826c561-dfc3-4c7a-90a7-d29294c55f4c" providerId="ADAL" clId="{FADD2A81-CAD9-4879-80E6-E3416C9F49C5}" dt="2026-06-25T15:30:41.760" v="246" actId="12385"/>
          <ac:graphicFrameMkLst>
            <pc:docMk/>
            <pc:sldMk cId="2626190446" sldId="301"/>
            <ac:graphicFrameMk id="4" creationId="{08FE3F7D-718F-B04D-D3E0-7D2410A9EA0A}"/>
          </ac:graphicFrameMkLst>
        </pc:graphicFrameChg>
        <pc:picChg chg="add mod">
          <ac:chgData name="Long Hoang" userId="5826c561-dfc3-4c7a-90a7-d29294c55f4c" providerId="ADAL" clId="{FADD2A81-CAD9-4879-80E6-E3416C9F49C5}" dt="2026-06-25T15:30:36.281" v="245"/>
          <ac:picMkLst>
            <pc:docMk/>
            <pc:sldMk cId="2626190446" sldId="301"/>
            <ac:picMk id="3" creationId="{F5F4F334-A7D1-A233-C4B2-B7A63B374924}"/>
          </ac:picMkLst>
        </pc:picChg>
      </pc:sldChg>
      <pc:sldChg chg="addSp modSp add mod">
        <pc:chgData name="Long Hoang" userId="5826c561-dfc3-4c7a-90a7-d29294c55f4c" providerId="ADAL" clId="{FADD2A81-CAD9-4879-80E6-E3416C9F49C5}" dt="2026-06-25T15:29:22.731" v="237" actId="12385"/>
        <pc:sldMkLst>
          <pc:docMk/>
          <pc:sldMk cId="587441777" sldId="302"/>
        </pc:sldMkLst>
        <pc:spChg chg="add mod">
          <ac:chgData name="Long Hoang" userId="5826c561-dfc3-4c7a-90a7-d29294c55f4c" providerId="ADAL" clId="{FADD2A81-CAD9-4879-80E6-E3416C9F49C5}" dt="2026-06-25T15:29:10.884" v="236"/>
          <ac:spMkLst>
            <pc:docMk/>
            <pc:sldMk cId="587441777" sldId="302"/>
            <ac:spMk id="5" creationId="{250A5271-E6B2-0305-0456-93751A9A4311}"/>
          </ac:spMkLst>
        </pc:spChg>
        <pc:spChg chg="add mod">
          <ac:chgData name="Long Hoang" userId="5826c561-dfc3-4c7a-90a7-d29294c55f4c" providerId="ADAL" clId="{FADD2A81-CAD9-4879-80E6-E3416C9F49C5}" dt="2026-06-25T15:29:10.884" v="236"/>
          <ac:spMkLst>
            <pc:docMk/>
            <pc:sldMk cId="587441777" sldId="302"/>
            <ac:spMk id="6" creationId="{39012A2D-9984-DA70-6536-74E1961204C2}"/>
          </ac:spMkLst>
        </pc:spChg>
        <pc:graphicFrameChg chg="add mod modGraphic">
          <ac:chgData name="Long Hoang" userId="5826c561-dfc3-4c7a-90a7-d29294c55f4c" providerId="ADAL" clId="{FADD2A81-CAD9-4879-80E6-E3416C9F49C5}" dt="2026-06-25T15:29:22.731" v="237" actId="12385"/>
          <ac:graphicFrameMkLst>
            <pc:docMk/>
            <pc:sldMk cId="587441777" sldId="302"/>
            <ac:graphicFrameMk id="4" creationId="{F266D709-7F36-3993-6458-4BD320D3E7D2}"/>
          </ac:graphicFrameMkLst>
        </pc:graphicFrameChg>
        <pc:picChg chg="add mod">
          <ac:chgData name="Long Hoang" userId="5826c561-dfc3-4c7a-90a7-d29294c55f4c" providerId="ADAL" clId="{FADD2A81-CAD9-4879-80E6-E3416C9F49C5}" dt="2026-06-25T15:29:06.939" v="235"/>
          <ac:picMkLst>
            <pc:docMk/>
            <pc:sldMk cId="587441777" sldId="302"/>
            <ac:picMk id="3" creationId="{C6B87BE2-674F-7BEE-630E-F16BC71B1665}"/>
          </ac:picMkLst>
        </pc:picChg>
      </pc:sldChg>
      <pc:sldChg chg="addSp delSp modSp add mod">
        <pc:chgData name="Long Hoang" userId="5826c561-dfc3-4c7a-90a7-d29294c55f4c" providerId="ADAL" clId="{FADD2A81-CAD9-4879-80E6-E3416C9F49C5}" dt="2026-06-25T15:28:21.387" v="230" actId="1076"/>
        <pc:sldMkLst>
          <pc:docMk/>
          <pc:sldMk cId="289068984" sldId="303"/>
        </pc:sldMkLst>
        <pc:spChg chg="add mod">
          <ac:chgData name="Long Hoang" userId="5826c561-dfc3-4c7a-90a7-d29294c55f4c" providerId="ADAL" clId="{FADD2A81-CAD9-4879-80E6-E3416C9F49C5}" dt="2026-06-25T15:27:49.307" v="221" actId="20577"/>
          <ac:spMkLst>
            <pc:docMk/>
            <pc:sldMk cId="289068984" sldId="303"/>
            <ac:spMk id="5" creationId="{E9231366-0925-3F79-2827-5166E66D9BBA}"/>
          </ac:spMkLst>
        </pc:spChg>
        <pc:spChg chg="add mod">
          <ac:chgData name="Long Hoang" userId="5826c561-dfc3-4c7a-90a7-d29294c55f4c" providerId="ADAL" clId="{FADD2A81-CAD9-4879-80E6-E3416C9F49C5}" dt="2026-06-25T15:27:47.896" v="220" actId="20577"/>
          <ac:spMkLst>
            <pc:docMk/>
            <pc:sldMk cId="289068984" sldId="303"/>
            <ac:spMk id="6" creationId="{4E507BDE-0697-A897-2EE8-7B819AB6DD6E}"/>
          </ac:spMkLst>
        </pc:spChg>
        <pc:spChg chg="add mod">
          <ac:chgData name="Long Hoang" userId="5826c561-dfc3-4c7a-90a7-d29294c55f4c" providerId="ADAL" clId="{FADD2A81-CAD9-4879-80E6-E3416C9F49C5}" dt="2026-06-25T15:28:21.387" v="230" actId="1076"/>
          <ac:spMkLst>
            <pc:docMk/>
            <pc:sldMk cId="289068984" sldId="303"/>
            <ac:spMk id="7" creationId="{90BBDB24-E41E-DCF1-939B-8E4196E26B52}"/>
          </ac:spMkLst>
        </pc:spChg>
      </pc:sldChg>
      <pc:sldChg chg="addSp delSp modSp add mod">
        <pc:chgData name="Long Hoang" userId="5826c561-dfc3-4c7a-90a7-d29294c55f4c" providerId="ADAL" clId="{FADD2A81-CAD9-4879-80E6-E3416C9F49C5}" dt="2026-06-25T15:28:51.199" v="234" actId="12385"/>
        <pc:sldMkLst>
          <pc:docMk/>
          <pc:sldMk cId="3346326511" sldId="304"/>
        </pc:sldMkLst>
        <pc:graphicFrameChg chg="add mod modGraphic">
          <ac:chgData name="Long Hoang" userId="5826c561-dfc3-4c7a-90a7-d29294c55f4c" providerId="ADAL" clId="{FADD2A81-CAD9-4879-80E6-E3416C9F49C5}" dt="2026-06-25T15:28:51.199" v="234" actId="12385"/>
          <ac:graphicFrameMkLst>
            <pc:docMk/>
            <pc:sldMk cId="3346326511" sldId="304"/>
            <ac:graphicFrameMk id="4" creationId="{099B8282-01B2-C9D8-6B06-050863564F55}"/>
          </ac:graphicFrameMkLst>
        </pc:graphicFrameChg>
        <pc:picChg chg="add mod">
          <ac:chgData name="Long Hoang" userId="5826c561-dfc3-4c7a-90a7-d29294c55f4c" providerId="ADAL" clId="{FADD2A81-CAD9-4879-80E6-E3416C9F49C5}" dt="2026-06-25T15:28:37.773" v="233"/>
          <ac:picMkLst>
            <pc:docMk/>
            <pc:sldMk cId="3346326511" sldId="304"/>
            <ac:picMk id="3" creationId="{3A16E171-55CB-3148-D517-6D596466CD10}"/>
          </ac:picMkLst>
        </pc:picChg>
      </pc:sldChg>
      <pc:sldChg chg="addSp modSp add mod ord">
        <pc:chgData name="Long Hoang" userId="5826c561-dfc3-4c7a-90a7-d29294c55f4c" providerId="ADAL" clId="{FADD2A81-CAD9-4879-80E6-E3416C9F49C5}" dt="2026-06-25T15:30:09.767" v="243"/>
        <pc:sldMkLst>
          <pc:docMk/>
          <pc:sldMk cId="2912911318" sldId="305"/>
        </pc:sldMkLst>
        <pc:spChg chg="add mod">
          <ac:chgData name="Long Hoang" userId="5826c561-dfc3-4c7a-90a7-d29294c55f4c" providerId="ADAL" clId="{FADD2A81-CAD9-4879-80E6-E3416C9F49C5}" dt="2026-06-25T15:30:09.767" v="243"/>
          <ac:spMkLst>
            <pc:docMk/>
            <pc:sldMk cId="2912911318" sldId="305"/>
            <ac:spMk id="5" creationId="{967AFD59-8A76-2BA5-7736-728EB3F1C370}"/>
          </ac:spMkLst>
        </pc:spChg>
        <pc:spChg chg="add mod">
          <ac:chgData name="Long Hoang" userId="5826c561-dfc3-4c7a-90a7-d29294c55f4c" providerId="ADAL" clId="{FADD2A81-CAD9-4879-80E6-E3416C9F49C5}" dt="2026-06-25T15:30:09.767" v="243"/>
          <ac:spMkLst>
            <pc:docMk/>
            <pc:sldMk cId="2912911318" sldId="305"/>
            <ac:spMk id="6" creationId="{2A126190-8D63-F883-C940-716E58523FE2}"/>
          </ac:spMkLst>
        </pc:spChg>
        <pc:graphicFrameChg chg="add mod modGraphic">
          <ac:chgData name="Long Hoang" userId="5826c561-dfc3-4c7a-90a7-d29294c55f4c" providerId="ADAL" clId="{FADD2A81-CAD9-4879-80E6-E3416C9F49C5}" dt="2026-06-25T15:29:59.475" v="240" actId="12385"/>
          <ac:graphicFrameMkLst>
            <pc:docMk/>
            <pc:sldMk cId="2912911318" sldId="305"/>
            <ac:graphicFrameMk id="4" creationId="{241ED9DA-257F-C46A-D575-82DDA44017F8}"/>
          </ac:graphicFrameMkLst>
        </pc:graphicFrameChg>
        <pc:picChg chg="add mod">
          <ac:chgData name="Long Hoang" userId="5826c561-dfc3-4c7a-90a7-d29294c55f4c" providerId="ADAL" clId="{FADD2A81-CAD9-4879-80E6-E3416C9F49C5}" dt="2026-06-25T15:29:54.781" v="239"/>
          <ac:picMkLst>
            <pc:docMk/>
            <pc:sldMk cId="2912911318" sldId="305"/>
            <ac:picMk id="3" creationId="{7F590757-C185-8F21-0350-2D7551A10587}"/>
          </ac:picMkLst>
        </pc:picChg>
      </pc:sldChg>
      <pc:sldChg chg="addSp modSp add mod">
        <pc:chgData name="Long Hoang" userId="5826c561-dfc3-4c7a-90a7-d29294c55f4c" providerId="ADAL" clId="{FADD2A81-CAD9-4879-80E6-E3416C9F49C5}" dt="2026-06-25T15:31:07.044" v="252"/>
        <pc:sldMkLst>
          <pc:docMk/>
          <pc:sldMk cId="1377593482" sldId="306"/>
        </pc:sldMkLst>
        <pc:spChg chg="add mod">
          <ac:chgData name="Long Hoang" userId="5826c561-dfc3-4c7a-90a7-d29294c55f4c" providerId="ADAL" clId="{FADD2A81-CAD9-4879-80E6-E3416C9F49C5}" dt="2026-06-25T15:31:07.044" v="252"/>
          <ac:spMkLst>
            <pc:docMk/>
            <pc:sldMk cId="1377593482" sldId="306"/>
            <ac:spMk id="5" creationId="{FD3F360E-8B38-0902-4C3A-21FFF9446372}"/>
          </ac:spMkLst>
        </pc:spChg>
        <pc:spChg chg="add mod">
          <ac:chgData name="Long Hoang" userId="5826c561-dfc3-4c7a-90a7-d29294c55f4c" providerId="ADAL" clId="{FADD2A81-CAD9-4879-80E6-E3416C9F49C5}" dt="2026-06-25T15:31:07.044" v="252"/>
          <ac:spMkLst>
            <pc:docMk/>
            <pc:sldMk cId="1377593482" sldId="306"/>
            <ac:spMk id="6" creationId="{638D5E22-8664-E0CF-AFED-00166A5EA4C1}"/>
          </ac:spMkLst>
        </pc:spChg>
        <pc:graphicFrameChg chg="add mod modGraphic">
          <ac:chgData name="Long Hoang" userId="5826c561-dfc3-4c7a-90a7-d29294c55f4c" providerId="ADAL" clId="{FADD2A81-CAD9-4879-80E6-E3416C9F49C5}" dt="2026-06-25T15:31:00.366" v="250" actId="12385"/>
          <ac:graphicFrameMkLst>
            <pc:docMk/>
            <pc:sldMk cId="1377593482" sldId="306"/>
            <ac:graphicFrameMk id="4" creationId="{DAE8DE15-061C-CCE6-9BDC-6A9DEFF18B78}"/>
          </ac:graphicFrameMkLst>
        </pc:graphicFrameChg>
        <pc:picChg chg="add mod">
          <ac:chgData name="Long Hoang" userId="5826c561-dfc3-4c7a-90a7-d29294c55f4c" providerId="ADAL" clId="{FADD2A81-CAD9-4879-80E6-E3416C9F49C5}" dt="2026-06-25T15:30:55.937" v="249"/>
          <ac:picMkLst>
            <pc:docMk/>
            <pc:sldMk cId="1377593482" sldId="306"/>
            <ac:picMk id="3" creationId="{1933D67E-70FC-6A61-F520-5D2343FC4B0C}"/>
          </ac:picMkLst>
        </pc:picChg>
      </pc:sldChg>
      <pc:sldChg chg="addSp modSp add mod">
        <pc:chgData name="Long Hoang" userId="5826c561-dfc3-4c7a-90a7-d29294c55f4c" providerId="ADAL" clId="{FADD2A81-CAD9-4879-80E6-E3416C9F49C5}" dt="2026-06-25T15:32:55.425" v="309" actId="12385"/>
        <pc:sldMkLst>
          <pc:docMk/>
          <pc:sldMk cId="3043128731" sldId="307"/>
        </pc:sldMkLst>
        <pc:spChg chg="add mod">
          <ac:chgData name="Long Hoang" userId="5826c561-dfc3-4c7a-90a7-d29294c55f4c" providerId="ADAL" clId="{FADD2A81-CAD9-4879-80E6-E3416C9F49C5}" dt="2026-06-25T15:32:50.426" v="308"/>
          <ac:spMkLst>
            <pc:docMk/>
            <pc:sldMk cId="3043128731" sldId="307"/>
            <ac:spMk id="5" creationId="{3747B2F7-7F93-B8EA-5459-CA47655F0053}"/>
          </ac:spMkLst>
        </pc:spChg>
        <pc:spChg chg="add mod">
          <ac:chgData name="Long Hoang" userId="5826c561-dfc3-4c7a-90a7-d29294c55f4c" providerId="ADAL" clId="{FADD2A81-CAD9-4879-80E6-E3416C9F49C5}" dt="2026-06-25T15:32:50.426" v="308"/>
          <ac:spMkLst>
            <pc:docMk/>
            <pc:sldMk cId="3043128731" sldId="307"/>
            <ac:spMk id="6" creationId="{0F5525FA-781B-4956-B2BA-EBF932530EF6}"/>
          </ac:spMkLst>
        </pc:spChg>
        <pc:graphicFrameChg chg="add mod modGraphic">
          <ac:chgData name="Long Hoang" userId="5826c561-dfc3-4c7a-90a7-d29294c55f4c" providerId="ADAL" clId="{FADD2A81-CAD9-4879-80E6-E3416C9F49C5}" dt="2026-06-25T15:32:55.425" v="309" actId="12385"/>
          <ac:graphicFrameMkLst>
            <pc:docMk/>
            <pc:sldMk cId="3043128731" sldId="307"/>
            <ac:graphicFrameMk id="4" creationId="{D11AB105-5278-41A6-CDB5-4B9896542093}"/>
          </ac:graphicFrameMkLst>
        </pc:graphicFrameChg>
        <pc:picChg chg="add mod">
          <ac:chgData name="Long Hoang" userId="5826c561-dfc3-4c7a-90a7-d29294c55f4c" providerId="ADAL" clId="{FADD2A81-CAD9-4879-80E6-E3416C9F49C5}" dt="2026-06-25T15:32:43.055" v="306" actId="1076"/>
          <ac:picMkLst>
            <pc:docMk/>
            <pc:sldMk cId="3043128731" sldId="307"/>
            <ac:picMk id="3" creationId="{9F463373-5547-92B7-9A8C-58BFE6CC10BC}"/>
          </ac:picMkLst>
        </pc:picChg>
      </pc:sldChg>
      <pc:sldChg chg="addSp modSp add mod">
        <pc:chgData name="Long Hoang" userId="5826c561-dfc3-4c7a-90a7-d29294c55f4c" providerId="ADAL" clId="{FADD2A81-CAD9-4879-80E6-E3416C9F49C5}" dt="2026-06-25T15:31:54.610" v="295" actId="20577"/>
        <pc:sldMkLst>
          <pc:docMk/>
          <pc:sldMk cId="2353903790" sldId="308"/>
        </pc:sldMkLst>
        <pc:spChg chg="add mod">
          <ac:chgData name="Long Hoang" userId="5826c561-dfc3-4c7a-90a7-d29294c55f4c" providerId="ADAL" clId="{FADD2A81-CAD9-4879-80E6-E3416C9F49C5}" dt="2026-06-25T15:31:35.993" v="255"/>
          <ac:spMkLst>
            <pc:docMk/>
            <pc:sldMk cId="2353903790" sldId="308"/>
            <ac:spMk id="4" creationId="{816409D9-1EB4-C1DA-36D0-2B8D8D6F8F6C}"/>
          </ac:spMkLst>
        </pc:spChg>
        <pc:spChg chg="add mod">
          <ac:chgData name="Long Hoang" userId="5826c561-dfc3-4c7a-90a7-d29294c55f4c" providerId="ADAL" clId="{FADD2A81-CAD9-4879-80E6-E3416C9F49C5}" dt="2026-06-25T15:31:54.610" v="295" actId="20577"/>
          <ac:spMkLst>
            <pc:docMk/>
            <pc:sldMk cId="2353903790" sldId="308"/>
            <ac:spMk id="5" creationId="{CB1CA551-D1A3-4E1B-8091-7513076179C1}"/>
          </ac:spMkLst>
        </pc:spChg>
        <pc:graphicFrameChg chg="add mod modGraphic">
          <ac:chgData name="Long Hoang" userId="5826c561-dfc3-4c7a-90a7-d29294c55f4c" providerId="ADAL" clId="{FADD2A81-CAD9-4879-80E6-E3416C9F49C5}" dt="2026-06-25T15:31:45.961" v="267" actId="1076"/>
          <ac:graphicFrameMkLst>
            <pc:docMk/>
            <pc:sldMk cId="2353903790" sldId="308"/>
            <ac:graphicFrameMk id="3" creationId="{C00B0124-9A7F-E0CD-BEC8-BDA82A16AC13}"/>
          </ac:graphicFrameMkLst>
        </pc:graphicFrameChg>
      </pc:sldChg>
      <pc:sldChg chg="addSp modSp add mod">
        <pc:chgData name="Long Hoang" userId="5826c561-dfc3-4c7a-90a7-d29294c55f4c" providerId="ADAL" clId="{FADD2A81-CAD9-4879-80E6-E3416C9F49C5}" dt="2026-06-25T15:35:32.783" v="384" actId="20577"/>
        <pc:sldMkLst>
          <pc:docMk/>
          <pc:sldMk cId="1505032938" sldId="309"/>
        </pc:sldMkLst>
        <pc:spChg chg="add mod">
          <ac:chgData name="Long Hoang" userId="5826c561-dfc3-4c7a-90a7-d29294c55f4c" providerId="ADAL" clId="{FADD2A81-CAD9-4879-80E6-E3416C9F49C5}" dt="2026-06-25T15:35:10.770" v="351" actId="1076"/>
          <ac:spMkLst>
            <pc:docMk/>
            <pc:sldMk cId="1505032938" sldId="309"/>
            <ac:spMk id="3" creationId="{C1AEA124-139E-429B-C0D4-B3CA9C371288}"/>
          </ac:spMkLst>
        </pc:spChg>
        <pc:spChg chg="add mod">
          <ac:chgData name="Long Hoang" userId="5826c561-dfc3-4c7a-90a7-d29294c55f4c" providerId="ADAL" clId="{FADD2A81-CAD9-4879-80E6-E3416C9F49C5}" dt="2026-06-25T15:35:19.905" v="353" actId="1076"/>
          <ac:spMkLst>
            <pc:docMk/>
            <pc:sldMk cId="1505032938" sldId="309"/>
            <ac:spMk id="5" creationId="{54355AB7-1CE9-3779-3A06-D74BCD3994D0}"/>
          </ac:spMkLst>
        </pc:spChg>
        <pc:spChg chg="add mod">
          <ac:chgData name="Long Hoang" userId="5826c561-dfc3-4c7a-90a7-d29294c55f4c" providerId="ADAL" clId="{FADD2A81-CAD9-4879-80E6-E3416C9F49C5}" dt="2026-06-25T15:34:47.018" v="348" actId="1076"/>
          <ac:spMkLst>
            <pc:docMk/>
            <pc:sldMk cId="1505032938" sldId="309"/>
            <ac:spMk id="6" creationId="{3F5A21FB-8030-5D4A-CE04-8971DA6887C9}"/>
          </ac:spMkLst>
        </pc:spChg>
        <pc:spChg chg="add mod">
          <ac:chgData name="Long Hoang" userId="5826c561-dfc3-4c7a-90a7-d29294c55f4c" providerId="ADAL" clId="{FADD2A81-CAD9-4879-80E6-E3416C9F49C5}" dt="2026-06-25T15:35:04.994" v="350"/>
          <ac:spMkLst>
            <pc:docMk/>
            <pc:sldMk cId="1505032938" sldId="309"/>
            <ac:spMk id="7" creationId="{7AF20416-D2D7-6D7F-AC1E-5FAAD7F13064}"/>
          </ac:spMkLst>
        </pc:spChg>
        <pc:spChg chg="add mod">
          <ac:chgData name="Long Hoang" userId="5826c561-dfc3-4c7a-90a7-d29294c55f4c" providerId="ADAL" clId="{FADD2A81-CAD9-4879-80E6-E3416C9F49C5}" dt="2026-06-25T15:35:32.783" v="384" actId="20577"/>
          <ac:spMkLst>
            <pc:docMk/>
            <pc:sldMk cId="1505032938" sldId="309"/>
            <ac:spMk id="10" creationId="{B0940977-22A1-0E0E-7787-83388A20B408}"/>
          </ac:spMkLst>
        </pc:spChg>
        <pc:graphicFrameChg chg="add mod modGraphic">
          <ac:chgData name="Long Hoang" userId="5826c561-dfc3-4c7a-90a7-d29294c55f4c" providerId="ADAL" clId="{FADD2A81-CAD9-4879-80E6-E3416C9F49C5}" dt="2026-06-25T15:35:15.299" v="352" actId="1076"/>
          <ac:graphicFrameMkLst>
            <pc:docMk/>
            <pc:sldMk cId="1505032938" sldId="309"/>
            <ac:graphicFrameMk id="4" creationId="{5C64289D-C231-EB5A-7010-626CA4E6AE7F}"/>
          </ac:graphicFrameMkLst>
        </pc:graphicFrameChg>
      </pc:sldChg>
      <pc:sldChg chg="addSp modSp add mod">
        <pc:chgData name="Long Hoang" userId="5826c561-dfc3-4c7a-90a7-d29294c55f4c" providerId="ADAL" clId="{FADD2A81-CAD9-4879-80E6-E3416C9F49C5}" dt="2026-06-25T15:34:15.560" v="344" actId="1076"/>
        <pc:sldMkLst>
          <pc:docMk/>
          <pc:sldMk cId="4196112932" sldId="310"/>
        </pc:sldMkLst>
        <pc:spChg chg="add mod">
          <ac:chgData name="Long Hoang" userId="5826c561-dfc3-4c7a-90a7-d29294c55f4c" providerId="ADAL" clId="{FADD2A81-CAD9-4879-80E6-E3416C9F49C5}" dt="2026-06-25T15:33:48.644" v="312"/>
          <ac:spMkLst>
            <pc:docMk/>
            <pc:sldMk cId="4196112932" sldId="310"/>
            <ac:spMk id="7" creationId="{5B4807C6-1CFB-E072-EE5C-F230474D006F}"/>
          </ac:spMkLst>
        </pc:spChg>
        <pc:spChg chg="add mod">
          <ac:chgData name="Long Hoang" userId="5826c561-dfc3-4c7a-90a7-d29294c55f4c" providerId="ADAL" clId="{FADD2A81-CAD9-4879-80E6-E3416C9F49C5}" dt="2026-06-25T15:34:07.527" v="342" actId="20577"/>
          <ac:spMkLst>
            <pc:docMk/>
            <pc:sldMk cId="4196112932" sldId="310"/>
            <ac:spMk id="10" creationId="{CD9236A4-7B4E-7D00-5610-4A3D3C3A3A0C}"/>
          </ac:spMkLst>
        </pc:spChg>
        <pc:spChg chg="add mod">
          <ac:chgData name="Long Hoang" userId="5826c561-dfc3-4c7a-90a7-d29294c55f4c" providerId="ADAL" clId="{FADD2A81-CAD9-4879-80E6-E3416C9F49C5}" dt="2026-06-25T15:34:15.560" v="344" actId="1076"/>
          <ac:spMkLst>
            <pc:docMk/>
            <pc:sldMk cId="4196112932" sldId="310"/>
            <ac:spMk id="12" creationId="{FA24B053-7458-A662-5046-A73BB373F462}"/>
          </ac:spMkLst>
        </pc:spChg>
        <pc:graphicFrameChg chg="add mod modGraphic">
          <ac:chgData name="Long Hoang" userId="5826c561-dfc3-4c7a-90a7-d29294c55f4c" providerId="ADAL" clId="{FADD2A81-CAD9-4879-80E6-E3416C9F49C5}" dt="2026-06-25T15:33:54.478" v="313" actId="12385"/>
          <ac:graphicFrameMkLst>
            <pc:docMk/>
            <pc:sldMk cId="4196112932" sldId="310"/>
            <ac:graphicFrameMk id="6" creationId="{8FECE1B9-2E93-245B-0A25-AFD80B2D4CD9}"/>
          </ac:graphicFrameMkLst>
        </pc:graphicFrameChg>
        <pc:picChg chg="add mod">
          <ac:chgData name="Long Hoang" userId="5826c561-dfc3-4c7a-90a7-d29294c55f4c" providerId="ADAL" clId="{FADD2A81-CAD9-4879-80E6-E3416C9F49C5}" dt="2026-06-25T15:33:41.555" v="311" actId="1076"/>
          <ac:picMkLst>
            <pc:docMk/>
            <pc:sldMk cId="4196112932" sldId="310"/>
            <ac:picMk id="5" creationId="{AA35FB2E-B2CB-94A6-6376-2C37AD7CB594}"/>
          </ac:picMkLst>
        </pc:picChg>
      </pc:sldChg>
      <pc:sldChg chg="addSp modSp add mod">
        <pc:chgData name="Long Hoang" userId="5826c561-dfc3-4c7a-90a7-d29294c55f4c" providerId="ADAL" clId="{FADD2A81-CAD9-4879-80E6-E3416C9F49C5}" dt="2026-06-25T15:38:42.437" v="539" actId="12385"/>
        <pc:sldMkLst>
          <pc:docMk/>
          <pc:sldMk cId="2148539794" sldId="311"/>
        </pc:sldMkLst>
        <pc:spChg chg="add mod">
          <ac:chgData name="Long Hoang" userId="5826c561-dfc3-4c7a-90a7-d29294c55f4c" providerId="ADAL" clId="{FADD2A81-CAD9-4879-80E6-E3416C9F49C5}" dt="2026-06-25T15:38:36.342" v="538"/>
          <ac:spMkLst>
            <pc:docMk/>
            <pc:sldMk cId="2148539794" sldId="311"/>
            <ac:spMk id="7" creationId="{4465EAD8-BE28-F666-7008-98623111EEDC}"/>
          </ac:spMkLst>
        </pc:spChg>
        <pc:spChg chg="add mod">
          <ac:chgData name="Long Hoang" userId="5826c561-dfc3-4c7a-90a7-d29294c55f4c" providerId="ADAL" clId="{FADD2A81-CAD9-4879-80E6-E3416C9F49C5}" dt="2026-06-25T15:38:36.342" v="538"/>
          <ac:spMkLst>
            <pc:docMk/>
            <pc:sldMk cId="2148539794" sldId="311"/>
            <ac:spMk id="10" creationId="{3B51133B-7878-5D30-2650-22CC86A2C0B4}"/>
          </ac:spMkLst>
        </pc:spChg>
        <pc:graphicFrameChg chg="add mod modGraphic">
          <ac:chgData name="Long Hoang" userId="5826c561-dfc3-4c7a-90a7-d29294c55f4c" providerId="ADAL" clId="{FADD2A81-CAD9-4879-80E6-E3416C9F49C5}" dt="2026-06-25T15:38:42.437" v="539" actId="12385"/>
          <ac:graphicFrameMkLst>
            <pc:docMk/>
            <pc:sldMk cId="2148539794" sldId="311"/>
            <ac:graphicFrameMk id="5" creationId="{5AB1690A-9A2D-F4C0-7750-BC447D06810A}"/>
          </ac:graphicFrameMkLst>
        </pc:graphicFrameChg>
        <pc:picChg chg="add mod">
          <ac:chgData name="Long Hoang" userId="5826c561-dfc3-4c7a-90a7-d29294c55f4c" providerId="ADAL" clId="{FADD2A81-CAD9-4879-80E6-E3416C9F49C5}" dt="2026-06-25T15:38:30.973" v="537" actId="1076"/>
          <ac:picMkLst>
            <pc:docMk/>
            <pc:sldMk cId="2148539794" sldId="311"/>
            <ac:picMk id="6" creationId="{880DC29D-2F78-40E6-8677-0B0234F11DD7}"/>
          </ac:picMkLst>
        </pc:picChg>
      </pc:sldChg>
      <pc:sldChg chg="addSp modSp add mod">
        <pc:chgData name="Long Hoang" userId="5826c561-dfc3-4c7a-90a7-d29294c55f4c" providerId="ADAL" clId="{FADD2A81-CAD9-4879-80E6-E3416C9F49C5}" dt="2026-06-25T15:36:55.933" v="475" actId="1076"/>
        <pc:sldMkLst>
          <pc:docMk/>
          <pc:sldMk cId="2939256670" sldId="312"/>
        </pc:sldMkLst>
        <pc:spChg chg="add mod">
          <ac:chgData name="Long Hoang" userId="5826c561-dfc3-4c7a-90a7-d29294c55f4c" providerId="ADAL" clId="{FADD2A81-CAD9-4879-80E6-E3416C9F49C5}" dt="2026-06-25T15:36:51.297" v="474" actId="1076"/>
          <ac:spMkLst>
            <pc:docMk/>
            <pc:sldMk cId="2939256670" sldId="312"/>
            <ac:spMk id="10" creationId="{DA24E481-BBE1-F38E-369F-38B8936DFC4C}"/>
          </ac:spMkLst>
        </pc:spChg>
        <pc:spChg chg="add mod">
          <ac:chgData name="Long Hoang" userId="5826c561-dfc3-4c7a-90a7-d29294c55f4c" providerId="ADAL" clId="{FADD2A81-CAD9-4879-80E6-E3416C9F49C5}" dt="2026-06-25T15:36:04.455" v="387" actId="1076"/>
          <ac:spMkLst>
            <pc:docMk/>
            <pc:sldMk cId="2939256670" sldId="312"/>
            <ac:spMk id="12" creationId="{E25CD826-D309-14C5-F623-F362C6D78004}"/>
          </ac:spMkLst>
        </pc:spChg>
        <pc:spChg chg="add mod">
          <ac:chgData name="Long Hoang" userId="5826c561-dfc3-4c7a-90a7-d29294c55f4c" providerId="ADAL" clId="{FADD2A81-CAD9-4879-80E6-E3416C9F49C5}" dt="2026-06-25T15:36:31.229" v="419" actId="20577"/>
          <ac:spMkLst>
            <pc:docMk/>
            <pc:sldMk cId="2939256670" sldId="312"/>
            <ac:spMk id="13" creationId="{30663A85-F524-638F-3041-E55B81EA0D17}"/>
          </ac:spMkLst>
        </pc:spChg>
        <pc:spChg chg="add mod">
          <ac:chgData name="Long Hoang" userId="5826c561-dfc3-4c7a-90a7-d29294c55f4c" providerId="ADAL" clId="{FADD2A81-CAD9-4879-80E6-E3416C9F49C5}" dt="2026-06-25T15:36:45.809" v="473" actId="20577"/>
          <ac:spMkLst>
            <pc:docMk/>
            <pc:sldMk cId="2939256670" sldId="312"/>
            <ac:spMk id="14" creationId="{D3460A80-92E6-1918-C29E-EAFD8E3CF687}"/>
          </ac:spMkLst>
        </pc:spChg>
        <pc:graphicFrameChg chg="add mod modGraphic">
          <ac:chgData name="Long Hoang" userId="5826c561-dfc3-4c7a-90a7-d29294c55f4c" providerId="ADAL" clId="{FADD2A81-CAD9-4879-80E6-E3416C9F49C5}" dt="2026-06-25T15:36:55.933" v="475" actId="1076"/>
          <ac:graphicFrameMkLst>
            <pc:docMk/>
            <pc:sldMk cId="2939256670" sldId="312"/>
            <ac:graphicFrameMk id="7" creationId="{5BD7DE14-975E-774E-401B-6268D7E3164E}"/>
          </ac:graphicFrameMkLst>
        </pc:graphicFrameChg>
      </pc:sldChg>
      <pc:sldChg chg="addSp modSp add mod ord">
        <pc:chgData name="Long Hoang" userId="5826c561-dfc3-4c7a-90a7-d29294c55f4c" providerId="ADAL" clId="{FADD2A81-CAD9-4879-80E6-E3416C9F49C5}" dt="2026-06-25T15:37:45.584" v="530" actId="12385"/>
        <pc:sldMkLst>
          <pc:docMk/>
          <pc:sldMk cId="1968799635" sldId="313"/>
        </pc:sldMkLst>
        <pc:spChg chg="add mod">
          <ac:chgData name="Long Hoang" userId="5826c561-dfc3-4c7a-90a7-d29294c55f4c" providerId="ADAL" clId="{FADD2A81-CAD9-4879-80E6-E3416C9F49C5}" dt="2026-06-25T15:37:27.401" v="484"/>
          <ac:spMkLst>
            <pc:docMk/>
            <pc:sldMk cId="1968799635" sldId="313"/>
            <ac:spMk id="5" creationId="{6AF8C27D-EABA-B86B-F821-E1BD4A2DBDCD}"/>
          </ac:spMkLst>
        </pc:spChg>
        <pc:spChg chg="add mod">
          <ac:chgData name="Long Hoang" userId="5826c561-dfc3-4c7a-90a7-d29294c55f4c" providerId="ADAL" clId="{FADD2A81-CAD9-4879-80E6-E3416C9F49C5}" dt="2026-06-25T15:37:42.915" v="529" actId="20577"/>
          <ac:spMkLst>
            <pc:docMk/>
            <pc:sldMk cId="1968799635" sldId="313"/>
            <ac:spMk id="6" creationId="{D3000E53-F97E-6C66-BB7C-32CB8FAF1089}"/>
          </ac:spMkLst>
        </pc:spChg>
        <pc:graphicFrameChg chg="add mod modGraphic">
          <ac:chgData name="Long Hoang" userId="5826c561-dfc3-4c7a-90a7-d29294c55f4c" providerId="ADAL" clId="{FADD2A81-CAD9-4879-80E6-E3416C9F49C5}" dt="2026-06-25T15:37:45.584" v="530" actId="12385"/>
          <ac:graphicFrameMkLst>
            <pc:docMk/>
            <pc:sldMk cId="1968799635" sldId="313"/>
            <ac:graphicFrameMk id="4" creationId="{E0DEEB6D-1D5A-141C-3540-8FC70148271E}"/>
          </ac:graphicFrameMkLst>
        </pc:graphicFrameChg>
        <pc:picChg chg="add mod">
          <ac:chgData name="Long Hoang" userId="5826c561-dfc3-4c7a-90a7-d29294c55f4c" providerId="ADAL" clId="{FADD2A81-CAD9-4879-80E6-E3416C9F49C5}" dt="2026-06-25T15:37:17.571" v="480" actId="1076"/>
          <ac:picMkLst>
            <pc:docMk/>
            <pc:sldMk cId="1968799635" sldId="313"/>
            <ac:picMk id="3" creationId="{71BDC80D-A528-CE82-674F-55BEB6381836}"/>
          </ac:picMkLst>
        </pc:picChg>
      </pc:sldChg>
      <pc:sldChg chg="addSp modSp add mod">
        <pc:chgData name="Long Hoang" userId="5826c561-dfc3-4c7a-90a7-d29294c55f4c" providerId="ADAL" clId="{FADD2A81-CAD9-4879-80E6-E3416C9F49C5}" dt="2026-06-25T15:40:06.566" v="553" actId="12385"/>
        <pc:sldMkLst>
          <pc:docMk/>
          <pc:sldMk cId="116732329" sldId="314"/>
        </pc:sldMkLst>
        <pc:spChg chg="add mod">
          <ac:chgData name="Long Hoang" userId="5826c561-dfc3-4c7a-90a7-d29294c55f4c" providerId="ADAL" clId="{FADD2A81-CAD9-4879-80E6-E3416C9F49C5}" dt="2026-06-25T15:40:02.999" v="552"/>
          <ac:spMkLst>
            <pc:docMk/>
            <pc:sldMk cId="116732329" sldId="314"/>
            <ac:spMk id="5" creationId="{5A741A13-64B4-8FF3-084C-4B7F755D4DD1}"/>
          </ac:spMkLst>
        </pc:spChg>
        <pc:spChg chg="add mod">
          <ac:chgData name="Long Hoang" userId="5826c561-dfc3-4c7a-90a7-d29294c55f4c" providerId="ADAL" clId="{FADD2A81-CAD9-4879-80E6-E3416C9F49C5}" dt="2026-06-25T15:40:02.999" v="552"/>
          <ac:spMkLst>
            <pc:docMk/>
            <pc:sldMk cId="116732329" sldId="314"/>
            <ac:spMk id="6" creationId="{ADA36762-8309-3779-4623-E3B6DFB6CA1F}"/>
          </ac:spMkLst>
        </pc:spChg>
        <pc:graphicFrameChg chg="add mod modGraphic">
          <ac:chgData name="Long Hoang" userId="5826c561-dfc3-4c7a-90a7-d29294c55f4c" providerId="ADAL" clId="{FADD2A81-CAD9-4879-80E6-E3416C9F49C5}" dt="2026-06-25T15:40:06.566" v="553" actId="12385"/>
          <ac:graphicFrameMkLst>
            <pc:docMk/>
            <pc:sldMk cId="116732329" sldId="314"/>
            <ac:graphicFrameMk id="3" creationId="{8108FBAF-FF1E-4E51-F528-4960B383542D}"/>
          </ac:graphicFrameMkLst>
        </pc:graphicFrameChg>
        <pc:picChg chg="add mod">
          <ac:chgData name="Long Hoang" userId="5826c561-dfc3-4c7a-90a7-d29294c55f4c" providerId="ADAL" clId="{FADD2A81-CAD9-4879-80E6-E3416C9F49C5}" dt="2026-06-25T15:39:58.885" v="551" actId="1076"/>
          <ac:picMkLst>
            <pc:docMk/>
            <pc:sldMk cId="116732329" sldId="314"/>
            <ac:picMk id="4" creationId="{D21B47C8-57C1-9735-E9E1-3A938F3BED5F}"/>
          </ac:picMkLst>
        </pc:picChg>
      </pc:sldChg>
      <pc:sldChg chg="addSp modSp add mod">
        <pc:chgData name="Long Hoang" userId="5826c561-dfc3-4c7a-90a7-d29294c55f4c" providerId="ADAL" clId="{FADD2A81-CAD9-4879-80E6-E3416C9F49C5}" dt="2026-06-25T15:39:23.938" v="544"/>
        <pc:sldMkLst>
          <pc:docMk/>
          <pc:sldMk cId="1880002320" sldId="315"/>
        </pc:sldMkLst>
        <pc:spChg chg="add mod">
          <ac:chgData name="Long Hoang" userId="5826c561-dfc3-4c7a-90a7-d29294c55f4c" providerId="ADAL" clId="{FADD2A81-CAD9-4879-80E6-E3416C9F49C5}" dt="2026-06-25T15:39:23.938" v="544"/>
          <ac:spMkLst>
            <pc:docMk/>
            <pc:sldMk cId="1880002320" sldId="315"/>
            <ac:spMk id="5" creationId="{5B1E56BC-06EF-B1C6-6F16-037B9B01446C}"/>
          </ac:spMkLst>
        </pc:spChg>
        <pc:spChg chg="add mod">
          <ac:chgData name="Long Hoang" userId="5826c561-dfc3-4c7a-90a7-d29294c55f4c" providerId="ADAL" clId="{FADD2A81-CAD9-4879-80E6-E3416C9F49C5}" dt="2026-06-25T15:39:23.938" v="544"/>
          <ac:spMkLst>
            <pc:docMk/>
            <pc:sldMk cId="1880002320" sldId="315"/>
            <ac:spMk id="6" creationId="{BCFAD6A4-2DA5-ADF4-6756-D973A5D3A833}"/>
          </ac:spMkLst>
        </pc:spChg>
        <pc:graphicFrameChg chg="add mod modGraphic">
          <ac:chgData name="Long Hoang" userId="5826c561-dfc3-4c7a-90a7-d29294c55f4c" providerId="ADAL" clId="{FADD2A81-CAD9-4879-80E6-E3416C9F49C5}" dt="2026-06-25T15:39:20.716" v="543" actId="12385"/>
          <ac:graphicFrameMkLst>
            <pc:docMk/>
            <pc:sldMk cId="1880002320" sldId="315"/>
            <ac:graphicFrameMk id="3" creationId="{3B3E27A8-0429-7C64-6FF1-3E6ECCC9624B}"/>
          </ac:graphicFrameMkLst>
        </pc:graphicFrameChg>
        <pc:picChg chg="add mod">
          <ac:chgData name="Long Hoang" userId="5826c561-dfc3-4c7a-90a7-d29294c55f4c" providerId="ADAL" clId="{FADD2A81-CAD9-4879-80E6-E3416C9F49C5}" dt="2026-06-25T15:39:16.321" v="542" actId="1076"/>
          <ac:picMkLst>
            <pc:docMk/>
            <pc:sldMk cId="1880002320" sldId="315"/>
            <ac:picMk id="4" creationId="{E0DDD812-EE83-3EF5-C7D3-55CC8B3A146E}"/>
          </ac:picMkLst>
        </pc:picChg>
      </pc:sldChg>
      <pc:sldChg chg="addSp modSp add mod">
        <pc:chgData name="Long Hoang" userId="5826c561-dfc3-4c7a-90a7-d29294c55f4c" providerId="ADAL" clId="{FADD2A81-CAD9-4879-80E6-E3416C9F49C5}" dt="2026-06-25T15:39:40.011" v="547"/>
        <pc:sldMkLst>
          <pc:docMk/>
          <pc:sldMk cId="2764360459" sldId="316"/>
        </pc:sldMkLst>
        <pc:spChg chg="add mod">
          <ac:chgData name="Long Hoang" userId="5826c561-dfc3-4c7a-90a7-d29294c55f4c" providerId="ADAL" clId="{FADD2A81-CAD9-4879-80E6-E3416C9F49C5}" dt="2026-06-25T15:39:40.011" v="547"/>
          <ac:spMkLst>
            <pc:docMk/>
            <pc:sldMk cId="2764360459" sldId="316"/>
            <ac:spMk id="5" creationId="{773BD91C-F360-5A5B-876B-FCF9E078C487}"/>
          </ac:spMkLst>
        </pc:spChg>
        <pc:spChg chg="add mod">
          <ac:chgData name="Long Hoang" userId="5826c561-dfc3-4c7a-90a7-d29294c55f4c" providerId="ADAL" clId="{FADD2A81-CAD9-4879-80E6-E3416C9F49C5}" dt="2026-06-25T15:39:40.011" v="547"/>
          <ac:spMkLst>
            <pc:docMk/>
            <pc:sldMk cId="2764360459" sldId="316"/>
            <ac:spMk id="6" creationId="{A48F504E-0CC2-8280-CC06-F7B83E4824BB}"/>
          </ac:spMkLst>
        </pc:spChg>
        <pc:graphicFrameChg chg="add mod modGraphic">
          <ac:chgData name="Long Hoang" userId="5826c561-dfc3-4c7a-90a7-d29294c55f4c" providerId="ADAL" clId="{FADD2A81-CAD9-4879-80E6-E3416C9F49C5}" dt="2026-06-25T15:39:36.212" v="546" actId="12385"/>
          <ac:graphicFrameMkLst>
            <pc:docMk/>
            <pc:sldMk cId="2764360459" sldId="316"/>
            <ac:graphicFrameMk id="3" creationId="{55320D2C-5F98-E2FA-2B8E-B3CBEBA05D6B}"/>
          </ac:graphicFrameMkLst>
        </pc:graphicFrameChg>
        <pc:picChg chg="add mod">
          <ac:chgData name="Long Hoang" userId="5826c561-dfc3-4c7a-90a7-d29294c55f4c" providerId="ADAL" clId="{FADD2A81-CAD9-4879-80E6-E3416C9F49C5}" dt="2026-06-25T15:39:31.051" v="545"/>
          <ac:picMkLst>
            <pc:docMk/>
            <pc:sldMk cId="2764360459" sldId="316"/>
            <ac:picMk id="4" creationId="{9B571004-26D0-EAAD-7E72-CF366AED4FAF}"/>
          </ac:picMkLst>
        </pc:picChg>
      </pc:sldChg>
      <pc:sldChg chg="addSp modSp add mod">
        <pc:chgData name="Long Hoang" userId="5826c561-dfc3-4c7a-90a7-d29294c55f4c" providerId="ADAL" clId="{FADD2A81-CAD9-4879-80E6-E3416C9F49C5}" dt="2026-06-25T15:40:36.660" v="557"/>
        <pc:sldMkLst>
          <pc:docMk/>
          <pc:sldMk cId="105109207" sldId="318"/>
        </pc:sldMkLst>
        <pc:spChg chg="add mod">
          <ac:chgData name="Long Hoang" userId="5826c561-dfc3-4c7a-90a7-d29294c55f4c" providerId="ADAL" clId="{FADD2A81-CAD9-4879-80E6-E3416C9F49C5}" dt="2026-06-25T15:40:36.660" v="557"/>
          <ac:spMkLst>
            <pc:docMk/>
            <pc:sldMk cId="105109207" sldId="318"/>
            <ac:spMk id="5" creationId="{6EE1309E-1939-7FAA-CFCD-615FF6FDACB6}"/>
          </ac:spMkLst>
        </pc:spChg>
        <pc:spChg chg="add mod">
          <ac:chgData name="Long Hoang" userId="5826c561-dfc3-4c7a-90a7-d29294c55f4c" providerId="ADAL" clId="{FADD2A81-CAD9-4879-80E6-E3416C9F49C5}" dt="2026-06-25T15:40:36.660" v="557"/>
          <ac:spMkLst>
            <pc:docMk/>
            <pc:sldMk cId="105109207" sldId="318"/>
            <ac:spMk id="6" creationId="{3D755F80-F97C-072A-4863-290A94912766}"/>
          </ac:spMkLst>
        </pc:spChg>
        <pc:graphicFrameChg chg="add mod modGraphic">
          <ac:chgData name="Long Hoang" userId="5826c561-dfc3-4c7a-90a7-d29294c55f4c" providerId="ADAL" clId="{FADD2A81-CAD9-4879-80E6-E3416C9F49C5}" dt="2026-06-25T15:40:32.963" v="556" actId="12385"/>
          <ac:graphicFrameMkLst>
            <pc:docMk/>
            <pc:sldMk cId="105109207" sldId="318"/>
            <ac:graphicFrameMk id="3" creationId="{212B92DE-9ADC-D161-B692-396324DDAE22}"/>
          </ac:graphicFrameMkLst>
        </pc:graphicFrameChg>
        <pc:picChg chg="add mod">
          <ac:chgData name="Long Hoang" userId="5826c561-dfc3-4c7a-90a7-d29294c55f4c" providerId="ADAL" clId="{FADD2A81-CAD9-4879-80E6-E3416C9F49C5}" dt="2026-06-25T15:40:24.362" v="555" actId="1076"/>
          <ac:picMkLst>
            <pc:docMk/>
            <pc:sldMk cId="105109207" sldId="318"/>
            <ac:picMk id="4" creationId="{DC8589CB-6F40-42B7-E78A-8238BE6DF144}"/>
          </ac:picMkLst>
        </pc:picChg>
      </pc:sldChg>
      <pc:sldChg chg="addSp modSp add mod">
        <pc:chgData name="Long Hoang" userId="5826c561-dfc3-4c7a-90a7-d29294c55f4c" providerId="ADAL" clId="{FADD2A81-CAD9-4879-80E6-E3416C9F49C5}" dt="2026-06-25T15:45:54.214" v="607"/>
        <pc:sldMkLst>
          <pc:docMk/>
          <pc:sldMk cId="1011518852" sldId="319"/>
        </pc:sldMkLst>
        <pc:spChg chg="add mod">
          <ac:chgData name="Long Hoang" userId="5826c561-dfc3-4c7a-90a7-d29294c55f4c" providerId="ADAL" clId="{FADD2A81-CAD9-4879-80E6-E3416C9F49C5}" dt="2026-06-25T15:45:54.214" v="607"/>
          <ac:spMkLst>
            <pc:docMk/>
            <pc:sldMk cId="1011518852" sldId="319"/>
            <ac:spMk id="5" creationId="{9B894CAF-85F8-EE80-526A-C68BBBE18936}"/>
          </ac:spMkLst>
        </pc:spChg>
        <pc:spChg chg="add mod">
          <ac:chgData name="Long Hoang" userId="5826c561-dfc3-4c7a-90a7-d29294c55f4c" providerId="ADAL" clId="{FADD2A81-CAD9-4879-80E6-E3416C9F49C5}" dt="2026-06-25T15:45:54.214" v="607"/>
          <ac:spMkLst>
            <pc:docMk/>
            <pc:sldMk cId="1011518852" sldId="319"/>
            <ac:spMk id="6" creationId="{F5001D4F-4082-8A37-A0BF-08E37D7E606B}"/>
          </ac:spMkLst>
        </pc:spChg>
        <pc:graphicFrameChg chg="add mod modGraphic">
          <ac:chgData name="Long Hoang" userId="5826c561-dfc3-4c7a-90a7-d29294c55f4c" providerId="ADAL" clId="{FADD2A81-CAD9-4879-80E6-E3416C9F49C5}" dt="2026-06-25T15:45:50.600" v="606" actId="12385"/>
          <ac:graphicFrameMkLst>
            <pc:docMk/>
            <pc:sldMk cId="1011518852" sldId="319"/>
            <ac:graphicFrameMk id="3" creationId="{548B2967-3652-CD5C-7F41-F622D3FF59C6}"/>
          </ac:graphicFrameMkLst>
        </pc:graphicFrameChg>
        <pc:picChg chg="add mod">
          <ac:chgData name="Long Hoang" userId="5826c561-dfc3-4c7a-90a7-d29294c55f4c" providerId="ADAL" clId="{FADD2A81-CAD9-4879-80E6-E3416C9F49C5}" dt="2026-06-25T15:45:45.258" v="605" actId="1076"/>
          <ac:picMkLst>
            <pc:docMk/>
            <pc:sldMk cId="1011518852" sldId="319"/>
            <ac:picMk id="4" creationId="{C8C41104-DAB6-9C82-F998-95276AE0418D}"/>
          </ac:picMkLst>
        </pc:picChg>
      </pc:sldChg>
      <pc:sldChg chg="addSp modSp add mod">
        <pc:chgData name="Long Hoang" userId="5826c561-dfc3-4c7a-90a7-d29294c55f4c" providerId="ADAL" clId="{FADD2A81-CAD9-4879-80E6-E3416C9F49C5}" dt="2026-06-25T15:46:20.163" v="611"/>
        <pc:sldMkLst>
          <pc:docMk/>
          <pc:sldMk cId="3507658217" sldId="320"/>
        </pc:sldMkLst>
        <pc:spChg chg="add mod">
          <ac:chgData name="Long Hoang" userId="5826c561-dfc3-4c7a-90a7-d29294c55f4c" providerId="ADAL" clId="{FADD2A81-CAD9-4879-80E6-E3416C9F49C5}" dt="2026-06-25T15:46:20.163" v="611"/>
          <ac:spMkLst>
            <pc:docMk/>
            <pc:sldMk cId="3507658217" sldId="320"/>
            <ac:spMk id="5" creationId="{6EB8B044-BB4C-70B9-DE3C-507F0CFA8888}"/>
          </ac:spMkLst>
        </pc:spChg>
        <pc:spChg chg="add mod">
          <ac:chgData name="Long Hoang" userId="5826c561-dfc3-4c7a-90a7-d29294c55f4c" providerId="ADAL" clId="{FADD2A81-CAD9-4879-80E6-E3416C9F49C5}" dt="2026-06-25T15:46:20.163" v="611"/>
          <ac:spMkLst>
            <pc:docMk/>
            <pc:sldMk cId="3507658217" sldId="320"/>
            <ac:spMk id="6" creationId="{23488C3E-FDDB-C070-F76F-E42814B6ABE4}"/>
          </ac:spMkLst>
        </pc:spChg>
        <pc:graphicFrameChg chg="add mod modGraphic">
          <ac:chgData name="Long Hoang" userId="5826c561-dfc3-4c7a-90a7-d29294c55f4c" providerId="ADAL" clId="{FADD2A81-CAD9-4879-80E6-E3416C9F49C5}" dt="2026-06-25T15:46:15.229" v="610" actId="12385"/>
          <ac:graphicFrameMkLst>
            <pc:docMk/>
            <pc:sldMk cId="3507658217" sldId="320"/>
            <ac:graphicFrameMk id="3" creationId="{BB55285D-CC1B-3786-5EC9-EA375AF449E2}"/>
          </ac:graphicFrameMkLst>
        </pc:graphicFrameChg>
        <pc:picChg chg="add mod">
          <ac:chgData name="Long Hoang" userId="5826c561-dfc3-4c7a-90a7-d29294c55f4c" providerId="ADAL" clId="{FADD2A81-CAD9-4879-80E6-E3416C9F49C5}" dt="2026-06-25T15:46:06.560" v="609" actId="1076"/>
          <ac:picMkLst>
            <pc:docMk/>
            <pc:sldMk cId="3507658217" sldId="320"/>
            <ac:picMk id="4" creationId="{63B80DEC-CADE-6EF3-53FC-F297E1F95B69}"/>
          </ac:picMkLst>
        </pc:picChg>
      </pc:sldChg>
      <pc:sldChg chg="addSp modSp add mod">
        <pc:chgData name="Long Hoang" userId="5826c561-dfc3-4c7a-90a7-d29294c55f4c" providerId="ADAL" clId="{FADD2A81-CAD9-4879-80E6-E3416C9F49C5}" dt="2026-06-25T15:47:10.537" v="647" actId="20577"/>
        <pc:sldMkLst>
          <pc:docMk/>
          <pc:sldMk cId="3749826544" sldId="321"/>
        </pc:sldMkLst>
        <pc:spChg chg="add mod">
          <ac:chgData name="Long Hoang" userId="5826c561-dfc3-4c7a-90a7-d29294c55f4c" providerId="ADAL" clId="{FADD2A81-CAD9-4879-80E6-E3416C9F49C5}" dt="2026-06-25T15:46:41.879" v="614"/>
          <ac:spMkLst>
            <pc:docMk/>
            <pc:sldMk cId="3749826544" sldId="321"/>
            <ac:spMk id="3" creationId="{42DF508F-8FEE-7E20-1ADC-2C7E336BC1AD}"/>
          </ac:spMkLst>
        </pc:spChg>
        <pc:spChg chg="add mod">
          <ac:chgData name="Long Hoang" userId="5826c561-dfc3-4c7a-90a7-d29294c55f4c" providerId="ADAL" clId="{FADD2A81-CAD9-4879-80E6-E3416C9F49C5}" dt="2026-06-25T15:46:41.879" v="614"/>
          <ac:spMkLst>
            <pc:docMk/>
            <pc:sldMk cId="3749826544" sldId="321"/>
            <ac:spMk id="4" creationId="{0C8C4B65-1419-BA54-F50A-ADCEF1C98F7B}"/>
          </ac:spMkLst>
        </pc:spChg>
        <pc:spChg chg="add mod">
          <ac:chgData name="Long Hoang" userId="5826c561-dfc3-4c7a-90a7-d29294c55f4c" providerId="ADAL" clId="{FADD2A81-CAD9-4879-80E6-E3416C9F49C5}" dt="2026-06-25T15:47:10.537" v="647" actId="20577"/>
          <ac:spMkLst>
            <pc:docMk/>
            <pc:sldMk cId="3749826544" sldId="321"/>
            <ac:spMk id="5" creationId="{E14D3291-16C3-4354-C8C5-264E95E1DC99}"/>
          </ac:spMkLst>
        </pc:spChg>
      </pc:sldChg>
      <pc:sldChg chg="addSp modSp add mod">
        <pc:chgData name="Long Hoang" userId="5826c561-dfc3-4c7a-90a7-d29294c55f4c" providerId="ADAL" clId="{FADD2A81-CAD9-4879-80E6-E3416C9F49C5}" dt="2026-06-25T15:48:22.374" v="731" actId="1076"/>
        <pc:sldMkLst>
          <pc:docMk/>
          <pc:sldMk cId="929302404" sldId="322"/>
        </pc:sldMkLst>
        <pc:spChg chg="add mod">
          <ac:chgData name="Long Hoang" userId="5826c561-dfc3-4c7a-90a7-d29294c55f4c" providerId="ADAL" clId="{FADD2A81-CAD9-4879-80E6-E3416C9F49C5}" dt="2026-06-25T15:47:13.285" v="649"/>
          <ac:spMkLst>
            <pc:docMk/>
            <pc:sldMk cId="929302404" sldId="322"/>
            <ac:spMk id="3" creationId="{24D91CCC-83D8-F4A8-E829-420057A4E0CA}"/>
          </ac:spMkLst>
        </pc:spChg>
        <pc:spChg chg="add mod">
          <ac:chgData name="Long Hoang" userId="5826c561-dfc3-4c7a-90a7-d29294c55f4c" providerId="ADAL" clId="{FADD2A81-CAD9-4879-80E6-E3416C9F49C5}" dt="2026-06-25T15:48:22.374" v="731" actId="1076"/>
          <ac:spMkLst>
            <pc:docMk/>
            <pc:sldMk cId="929302404" sldId="322"/>
            <ac:spMk id="6" creationId="{60C7961E-4DE0-B03B-2059-8F66CD9C9195}"/>
          </ac:spMkLst>
        </pc:spChg>
        <pc:spChg chg="add mod">
          <ac:chgData name="Long Hoang" userId="5826c561-dfc3-4c7a-90a7-d29294c55f4c" providerId="ADAL" clId="{FADD2A81-CAD9-4879-80E6-E3416C9F49C5}" dt="2026-06-25T15:48:04.414" v="727"/>
          <ac:spMkLst>
            <pc:docMk/>
            <pc:sldMk cId="929302404" sldId="322"/>
            <ac:spMk id="7" creationId="{7356C7F7-B7DC-F8E7-C739-AE3C49CAF6DA}"/>
          </ac:spMkLst>
        </pc:spChg>
        <pc:graphicFrameChg chg="add mod modGraphic">
          <ac:chgData name="Long Hoang" userId="5826c561-dfc3-4c7a-90a7-d29294c55f4c" providerId="ADAL" clId="{FADD2A81-CAD9-4879-80E6-E3416C9F49C5}" dt="2026-06-25T15:48:09.735" v="728" actId="1076"/>
          <ac:graphicFrameMkLst>
            <pc:docMk/>
            <pc:sldMk cId="929302404" sldId="322"/>
            <ac:graphicFrameMk id="5" creationId="{8347362C-9F50-0E41-2ACD-FA64812E6B7B}"/>
          </ac:graphicFrameMkLst>
        </pc:graphicFrameChg>
        <pc:picChg chg="add mod">
          <ac:chgData name="Long Hoang" userId="5826c561-dfc3-4c7a-90a7-d29294c55f4c" providerId="ADAL" clId="{FADD2A81-CAD9-4879-80E6-E3416C9F49C5}" dt="2026-06-25T15:48:15.559" v="729" actId="1076"/>
          <ac:picMkLst>
            <pc:docMk/>
            <pc:sldMk cId="929302404" sldId="322"/>
            <ac:picMk id="4" creationId="{186510A8-1667-E112-6774-ECC0805C9684}"/>
          </ac:picMkLst>
        </pc:picChg>
      </pc:sldChg>
      <pc:sldChg chg="addSp modSp add mod">
        <pc:chgData name="Long Hoang" userId="5826c561-dfc3-4c7a-90a7-d29294c55f4c" providerId="ADAL" clId="{FADD2A81-CAD9-4879-80E6-E3416C9F49C5}" dt="2026-06-25T15:47:42.956" v="724" actId="20577"/>
        <pc:sldMkLst>
          <pc:docMk/>
          <pc:sldMk cId="2223931768" sldId="323"/>
        </pc:sldMkLst>
        <pc:spChg chg="add mod">
          <ac:chgData name="Long Hoang" userId="5826c561-dfc3-4c7a-90a7-d29294c55f4c" providerId="ADAL" clId="{FADD2A81-CAD9-4879-80E6-E3416C9F49C5}" dt="2026-06-25T15:47:12.490" v="648"/>
          <ac:spMkLst>
            <pc:docMk/>
            <pc:sldMk cId="2223931768" sldId="323"/>
            <ac:spMk id="3" creationId="{79CD3534-9EC9-616C-DC63-3D35CF47EFEE}"/>
          </ac:spMkLst>
        </pc:spChg>
        <pc:spChg chg="add mod">
          <ac:chgData name="Long Hoang" userId="5826c561-dfc3-4c7a-90a7-d29294c55f4c" providerId="ADAL" clId="{FADD2A81-CAD9-4879-80E6-E3416C9F49C5}" dt="2026-06-25T15:47:19.811" v="650"/>
          <ac:spMkLst>
            <pc:docMk/>
            <pc:sldMk cId="2223931768" sldId="323"/>
            <ac:spMk id="4" creationId="{C0AF3162-7025-5561-ADFB-B785744843CB}"/>
          </ac:spMkLst>
        </pc:spChg>
        <pc:spChg chg="add mod">
          <ac:chgData name="Long Hoang" userId="5826c561-dfc3-4c7a-90a7-d29294c55f4c" providerId="ADAL" clId="{FADD2A81-CAD9-4879-80E6-E3416C9F49C5}" dt="2026-06-25T15:47:42.956" v="724" actId="20577"/>
          <ac:spMkLst>
            <pc:docMk/>
            <pc:sldMk cId="2223931768" sldId="323"/>
            <ac:spMk id="5" creationId="{92304685-C184-1F7F-D165-8925D5350CED}"/>
          </ac:spMkLst>
        </pc:spChg>
      </pc:sldChg>
      <pc:sldChg chg="addSp delSp modSp add mod">
        <pc:chgData name="Long Hoang" userId="5826c561-dfc3-4c7a-90a7-d29294c55f4c" providerId="ADAL" clId="{FADD2A81-CAD9-4879-80E6-E3416C9F49C5}" dt="2026-06-25T15:48:52.189" v="741" actId="12385"/>
        <pc:sldMkLst>
          <pc:docMk/>
          <pc:sldMk cId="1572386672" sldId="324"/>
        </pc:sldMkLst>
        <pc:spChg chg="add mod">
          <ac:chgData name="Long Hoang" userId="5826c561-dfc3-4c7a-90a7-d29294c55f4c" providerId="ADAL" clId="{FADD2A81-CAD9-4879-80E6-E3416C9F49C5}" dt="2026-06-25T15:48:48.175" v="740" actId="1076"/>
          <ac:spMkLst>
            <pc:docMk/>
            <pc:sldMk cId="1572386672" sldId="324"/>
            <ac:spMk id="13" creationId="{B6858E30-1DD2-3335-64C5-87C43279F206}"/>
          </ac:spMkLst>
        </pc:spChg>
        <pc:graphicFrameChg chg="add mod modGraphic">
          <ac:chgData name="Long Hoang" userId="5826c561-dfc3-4c7a-90a7-d29294c55f4c" providerId="ADAL" clId="{FADD2A81-CAD9-4879-80E6-E3416C9F49C5}" dt="2026-06-25T15:48:52.189" v="741" actId="12385"/>
          <ac:graphicFrameMkLst>
            <pc:docMk/>
            <pc:sldMk cId="1572386672" sldId="324"/>
            <ac:graphicFrameMk id="12" creationId="{4211621E-A981-BC02-5A05-0A0A3AF26D4B}"/>
          </ac:graphicFrameMkLst>
        </pc:graphicFrameChg>
        <pc:picChg chg="add mod">
          <ac:chgData name="Long Hoang" userId="5826c561-dfc3-4c7a-90a7-d29294c55f4c" providerId="ADAL" clId="{FADD2A81-CAD9-4879-80E6-E3416C9F49C5}" dt="2026-06-25T15:48:45.820" v="739" actId="1076"/>
          <ac:picMkLst>
            <pc:docMk/>
            <pc:sldMk cId="1572386672" sldId="324"/>
            <ac:picMk id="10" creationId="{B1B5E805-FDB5-6148-DE29-DA424F176946}"/>
          </ac:picMkLst>
        </pc:picChg>
      </pc:sldChg>
      <pc:sldChg chg="addSp delSp modSp add mod">
        <pc:chgData name="Long Hoang" userId="5826c561-dfc3-4c7a-90a7-d29294c55f4c" providerId="ADAL" clId="{FADD2A81-CAD9-4879-80E6-E3416C9F49C5}" dt="2026-06-25T15:49:42.703" v="750" actId="12385"/>
        <pc:sldMkLst>
          <pc:docMk/>
          <pc:sldMk cId="3826446157" sldId="325"/>
        </pc:sldMkLst>
        <pc:spChg chg="add mod">
          <ac:chgData name="Long Hoang" userId="5826c561-dfc3-4c7a-90a7-d29294c55f4c" providerId="ADAL" clId="{FADD2A81-CAD9-4879-80E6-E3416C9F49C5}" dt="2026-06-25T15:49:36.643" v="749" actId="1076"/>
          <ac:spMkLst>
            <pc:docMk/>
            <pc:sldMk cId="3826446157" sldId="325"/>
            <ac:spMk id="6" creationId="{6EEB9B75-3361-6F91-1937-2ABA39754842}"/>
          </ac:spMkLst>
        </pc:spChg>
        <pc:graphicFrameChg chg="add mod modGraphic">
          <ac:chgData name="Long Hoang" userId="5826c561-dfc3-4c7a-90a7-d29294c55f4c" providerId="ADAL" clId="{FADD2A81-CAD9-4879-80E6-E3416C9F49C5}" dt="2026-06-25T15:49:42.703" v="750" actId="12385"/>
          <ac:graphicFrameMkLst>
            <pc:docMk/>
            <pc:sldMk cId="3826446157" sldId="325"/>
            <ac:graphicFrameMk id="5" creationId="{DBD0CAA2-5B2E-D82E-7899-747FFA483741}"/>
          </ac:graphicFrameMkLst>
        </pc:graphicFrameChg>
        <pc:picChg chg="add mod">
          <ac:chgData name="Long Hoang" userId="5826c561-dfc3-4c7a-90a7-d29294c55f4c" providerId="ADAL" clId="{FADD2A81-CAD9-4879-80E6-E3416C9F49C5}" dt="2026-06-25T15:49:36.643" v="749" actId="1076"/>
          <ac:picMkLst>
            <pc:docMk/>
            <pc:sldMk cId="3826446157" sldId="325"/>
            <ac:picMk id="4" creationId="{3208937B-C848-0272-4690-9CAABC8D7305}"/>
          </ac:picMkLst>
        </pc:picChg>
      </pc:sldChg>
      <pc:sldChg chg="addSp modSp add mod">
        <pc:chgData name="Long Hoang" userId="5826c561-dfc3-4c7a-90a7-d29294c55f4c" providerId="ADAL" clId="{FADD2A81-CAD9-4879-80E6-E3416C9F49C5}" dt="2026-06-25T15:52:09.941" v="880" actId="12385"/>
        <pc:sldMkLst>
          <pc:docMk/>
          <pc:sldMk cId="3835064478" sldId="326"/>
        </pc:sldMkLst>
        <pc:spChg chg="mod">
          <ac:chgData name="Long Hoang" userId="5826c561-dfc3-4c7a-90a7-d29294c55f4c" providerId="ADAL" clId="{FADD2A81-CAD9-4879-80E6-E3416C9F49C5}" dt="2026-06-25T15:50:47.737" v="827"/>
          <ac:spMkLst>
            <pc:docMk/>
            <pc:sldMk cId="3835064478" sldId="326"/>
            <ac:spMk id="7" creationId="{09E41ACA-9B3C-3173-AE7B-9D961CABDCC4}"/>
          </ac:spMkLst>
        </pc:spChg>
        <pc:spChg chg="add mod">
          <ac:chgData name="Long Hoang" userId="5826c561-dfc3-4c7a-90a7-d29294c55f4c" providerId="ADAL" clId="{FADD2A81-CAD9-4879-80E6-E3416C9F49C5}" dt="2026-06-25T15:50:40.989" v="826" actId="1076"/>
          <ac:spMkLst>
            <pc:docMk/>
            <pc:sldMk cId="3835064478" sldId="326"/>
            <ac:spMk id="13" creationId="{418B9919-CC3C-8571-CD13-B22C384BFD0A}"/>
          </ac:spMkLst>
        </pc:spChg>
        <pc:graphicFrameChg chg="add mod modGraphic">
          <ac:chgData name="Long Hoang" userId="5826c561-dfc3-4c7a-90a7-d29294c55f4c" providerId="ADAL" clId="{FADD2A81-CAD9-4879-80E6-E3416C9F49C5}" dt="2026-06-25T15:52:09.941" v="880" actId="12385"/>
          <ac:graphicFrameMkLst>
            <pc:docMk/>
            <pc:sldMk cId="3835064478" sldId="326"/>
            <ac:graphicFrameMk id="10" creationId="{7D8A5C97-79C9-4613-3587-C2C04D79B070}"/>
          </ac:graphicFrameMkLst>
        </pc:graphicFrameChg>
        <pc:picChg chg="add mod">
          <ac:chgData name="Long Hoang" userId="5826c561-dfc3-4c7a-90a7-d29294c55f4c" providerId="ADAL" clId="{FADD2A81-CAD9-4879-80E6-E3416C9F49C5}" dt="2026-06-25T15:50:40.989" v="826" actId="1076"/>
          <ac:picMkLst>
            <pc:docMk/>
            <pc:sldMk cId="3835064478" sldId="326"/>
            <ac:picMk id="12" creationId="{9B1BF94A-6074-2FA8-45D2-1468E385D991}"/>
          </ac:picMkLst>
        </pc:picChg>
      </pc:sldChg>
      <pc:sldChg chg="addSp modSp add mod">
        <pc:chgData name="Long Hoang" userId="5826c561-dfc3-4c7a-90a7-d29294c55f4c" providerId="ADAL" clId="{FADD2A81-CAD9-4879-80E6-E3416C9F49C5}" dt="2026-06-25T15:50:14.976" v="820" actId="12385"/>
        <pc:sldMkLst>
          <pc:docMk/>
          <pc:sldMk cId="3034804054" sldId="327"/>
        </pc:sldMkLst>
        <pc:spChg chg="add mod">
          <ac:chgData name="Long Hoang" userId="5826c561-dfc3-4c7a-90a7-d29294c55f4c" providerId="ADAL" clId="{FADD2A81-CAD9-4879-80E6-E3416C9F49C5}" dt="2026-06-25T15:49:57.891" v="752" actId="1076"/>
          <ac:spMkLst>
            <pc:docMk/>
            <pc:sldMk cId="3034804054" sldId="327"/>
            <ac:spMk id="6" creationId="{2CE9F2CD-ECD7-7BA4-1108-0F538F91D9ED}"/>
          </ac:spMkLst>
        </pc:spChg>
        <pc:spChg chg="mod">
          <ac:chgData name="Long Hoang" userId="5826c561-dfc3-4c7a-90a7-d29294c55f4c" providerId="ADAL" clId="{FADD2A81-CAD9-4879-80E6-E3416C9F49C5}" dt="2026-06-25T15:50:12.960" v="819" actId="20577"/>
          <ac:spMkLst>
            <pc:docMk/>
            <pc:sldMk cId="3034804054" sldId="327"/>
            <ac:spMk id="7" creationId="{2CAC05C2-761E-85C7-EB3C-5B4AD9C6E3D8}"/>
          </ac:spMkLst>
        </pc:spChg>
        <pc:graphicFrameChg chg="add mod modGraphic">
          <ac:chgData name="Long Hoang" userId="5826c561-dfc3-4c7a-90a7-d29294c55f4c" providerId="ADAL" clId="{FADD2A81-CAD9-4879-80E6-E3416C9F49C5}" dt="2026-06-25T15:50:14.976" v="820" actId="12385"/>
          <ac:graphicFrameMkLst>
            <pc:docMk/>
            <pc:sldMk cId="3034804054" sldId="327"/>
            <ac:graphicFrameMk id="5" creationId="{BAD4BF25-A802-3BB9-09F9-96BFCAC4690A}"/>
          </ac:graphicFrameMkLst>
        </pc:graphicFrameChg>
        <pc:picChg chg="add mod">
          <ac:chgData name="Long Hoang" userId="5826c561-dfc3-4c7a-90a7-d29294c55f4c" providerId="ADAL" clId="{FADD2A81-CAD9-4879-80E6-E3416C9F49C5}" dt="2026-06-25T15:49:57.891" v="752" actId="1076"/>
          <ac:picMkLst>
            <pc:docMk/>
            <pc:sldMk cId="3034804054" sldId="327"/>
            <ac:picMk id="4" creationId="{512B676C-B17B-6800-7083-28F14EB12926}"/>
          </ac:picMkLst>
        </pc:picChg>
      </pc:sldChg>
      <pc:sldChg chg="addSp delSp modSp add mod">
        <pc:chgData name="Long Hoang" userId="5826c561-dfc3-4c7a-90a7-d29294c55f4c" providerId="ADAL" clId="{FADD2A81-CAD9-4879-80E6-E3416C9F49C5}" dt="2026-06-25T15:51:29.615" v="878" actId="12385"/>
        <pc:sldMkLst>
          <pc:docMk/>
          <pc:sldMk cId="3961928645" sldId="328"/>
        </pc:sldMkLst>
        <pc:spChg chg="mod">
          <ac:chgData name="Long Hoang" userId="5826c561-dfc3-4c7a-90a7-d29294c55f4c" providerId="ADAL" clId="{FADD2A81-CAD9-4879-80E6-E3416C9F49C5}" dt="2026-06-25T15:51:27.205" v="877" actId="20577"/>
          <ac:spMkLst>
            <pc:docMk/>
            <pc:sldMk cId="3961928645" sldId="328"/>
            <ac:spMk id="3" creationId="{05B04E3F-4B7A-C15D-FD18-66CD880E7F32}"/>
          </ac:spMkLst>
        </pc:spChg>
        <pc:spChg chg="add mod">
          <ac:chgData name="Long Hoang" userId="5826c561-dfc3-4c7a-90a7-d29294c55f4c" providerId="ADAL" clId="{FADD2A81-CAD9-4879-80E6-E3416C9F49C5}" dt="2026-06-25T15:51:11.049" v="832" actId="1076"/>
          <ac:spMkLst>
            <pc:docMk/>
            <pc:sldMk cId="3961928645" sldId="328"/>
            <ac:spMk id="4" creationId="{D7260479-EB26-8477-8373-795B925ECC11}"/>
          </ac:spMkLst>
        </pc:spChg>
        <pc:spChg chg="add mod">
          <ac:chgData name="Long Hoang" userId="5826c561-dfc3-4c7a-90a7-d29294c55f4c" providerId="ADAL" clId="{FADD2A81-CAD9-4879-80E6-E3416C9F49C5}" dt="2026-06-25T15:51:11.049" v="832" actId="1076"/>
          <ac:spMkLst>
            <pc:docMk/>
            <pc:sldMk cId="3961928645" sldId="328"/>
            <ac:spMk id="5" creationId="{B09D79F9-0CF3-23F8-0779-B069B108CB39}"/>
          </ac:spMkLst>
        </pc:spChg>
        <pc:graphicFrameChg chg="add mod modGraphic">
          <ac:chgData name="Long Hoang" userId="5826c561-dfc3-4c7a-90a7-d29294c55f4c" providerId="ADAL" clId="{FADD2A81-CAD9-4879-80E6-E3416C9F49C5}" dt="2026-06-25T15:51:29.615" v="878" actId="12385"/>
          <ac:graphicFrameMkLst>
            <pc:docMk/>
            <pc:sldMk cId="3961928645" sldId="328"/>
            <ac:graphicFrameMk id="6" creationId="{DC3BA66A-B6A1-0C9C-79BD-5A9DC24E90EC}"/>
          </ac:graphicFrameMkLst>
        </pc:graphicFrameChg>
        <pc:picChg chg="add mod">
          <ac:chgData name="Long Hoang" userId="5826c561-dfc3-4c7a-90a7-d29294c55f4c" providerId="ADAL" clId="{FADD2A81-CAD9-4879-80E6-E3416C9F49C5}" dt="2026-06-25T15:51:11.049" v="832" actId="1076"/>
          <ac:picMkLst>
            <pc:docMk/>
            <pc:sldMk cId="3961928645" sldId="328"/>
            <ac:picMk id="10" creationId="{C29D3F9B-60F2-392E-4E0C-AA17E5BDAB48}"/>
          </ac:picMkLst>
        </pc:picChg>
      </pc:sldChg>
      <pc:sldChg chg="addSp modSp add mod">
        <pc:chgData name="Long Hoang" userId="5826c561-dfc3-4c7a-90a7-d29294c55f4c" providerId="ADAL" clId="{FADD2A81-CAD9-4879-80E6-E3416C9F49C5}" dt="2026-06-25T15:52:39.440" v="910" actId="1076"/>
        <pc:sldMkLst>
          <pc:docMk/>
          <pc:sldMk cId="3008003169" sldId="329"/>
        </pc:sldMkLst>
        <pc:spChg chg="mod">
          <ac:chgData name="Long Hoang" userId="5826c561-dfc3-4c7a-90a7-d29294c55f4c" providerId="ADAL" clId="{FADD2A81-CAD9-4879-80E6-E3416C9F49C5}" dt="2026-06-25T15:51:45.190" v="879"/>
          <ac:spMkLst>
            <pc:docMk/>
            <pc:sldMk cId="3008003169" sldId="329"/>
            <ac:spMk id="3" creationId="{AE6F6B98-2A95-924C-D165-04570E9430AE}"/>
          </ac:spMkLst>
        </pc:spChg>
        <pc:spChg chg="add mod">
          <ac:chgData name="Long Hoang" userId="5826c561-dfc3-4c7a-90a7-d29294c55f4c" providerId="ADAL" clId="{FADD2A81-CAD9-4879-80E6-E3416C9F49C5}" dt="2026-06-25T15:52:39.440" v="910" actId="1076"/>
          <ac:spMkLst>
            <pc:docMk/>
            <pc:sldMk cId="3008003169" sldId="329"/>
            <ac:spMk id="4" creationId="{15D73B39-8B5D-02E1-8516-5D11856C7912}"/>
          </ac:spMkLst>
        </pc:spChg>
        <pc:spChg chg="add mod">
          <ac:chgData name="Long Hoang" userId="5826c561-dfc3-4c7a-90a7-d29294c55f4c" providerId="ADAL" clId="{FADD2A81-CAD9-4879-80E6-E3416C9F49C5}" dt="2026-06-25T15:52:34.257" v="908" actId="20577"/>
          <ac:spMkLst>
            <pc:docMk/>
            <pc:sldMk cId="3008003169" sldId="329"/>
            <ac:spMk id="5" creationId="{2D523D1A-7AB1-EEA1-BA2F-EB133B31338D}"/>
          </ac:spMkLst>
        </pc:spChg>
      </pc:sldChg>
      <pc:sldChg chg="addSp delSp modSp add mod">
        <pc:chgData name="Long Hoang" userId="5826c561-dfc3-4c7a-90a7-d29294c55f4c" providerId="ADAL" clId="{FADD2A81-CAD9-4879-80E6-E3416C9F49C5}" dt="2026-06-25T15:53:04.855" v="943" actId="20577"/>
        <pc:sldMkLst>
          <pc:docMk/>
          <pc:sldMk cId="2856379058" sldId="330"/>
        </pc:sldMkLst>
        <pc:spChg chg="mod">
          <ac:chgData name="Long Hoang" userId="5826c561-dfc3-4c7a-90a7-d29294c55f4c" providerId="ADAL" clId="{FADD2A81-CAD9-4879-80E6-E3416C9F49C5}" dt="2026-06-25T15:53:04.855" v="943" actId="20577"/>
          <ac:spMkLst>
            <pc:docMk/>
            <pc:sldMk cId="2856379058" sldId="330"/>
            <ac:spMk id="5" creationId="{493A8F60-B4B5-FF8B-31E4-6DC9C4984151}"/>
          </ac:spMkLst>
        </pc:spChg>
        <pc:spChg chg="add mod">
          <ac:chgData name="Long Hoang" userId="5826c561-dfc3-4c7a-90a7-d29294c55f4c" providerId="ADAL" clId="{FADD2A81-CAD9-4879-80E6-E3416C9F49C5}" dt="2026-06-25T15:52:55.335" v="914" actId="1076"/>
          <ac:spMkLst>
            <pc:docMk/>
            <pc:sldMk cId="2856379058" sldId="330"/>
            <ac:spMk id="6" creationId="{3AD130D7-4AF7-1D10-B059-3A3F55C8972E}"/>
          </ac:spMkLst>
        </pc:spChg>
        <pc:spChg chg="add mod">
          <ac:chgData name="Long Hoang" userId="5826c561-dfc3-4c7a-90a7-d29294c55f4c" providerId="ADAL" clId="{FADD2A81-CAD9-4879-80E6-E3416C9F49C5}" dt="2026-06-25T15:52:55.335" v="914" actId="1076"/>
          <ac:spMkLst>
            <pc:docMk/>
            <pc:sldMk cId="2856379058" sldId="330"/>
            <ac:spMk id="7" creationId="{4B527348-972B-1B56-BEB1-99FB566425A6}"/>
          </ac:spMkLst>
        </pc:spChg>
      </pc:sldChg>
      <pc:sldChg chg="addSp delSp modSp add mod">
        <pc:chgData name="Long Hoang" userId="5826c561-dfc3-4c7a-90a7-d29294c55f4c" providerId="ADAL" clId="{FADD2A81-CAD9-4879-80E6-E3416C9F49C5}" dt="2026-06-25T15:53:44.490" v="982" actId="12385"/>
        <pc:sldMkLst>
          <pc:docMk/>
          <pc:sldMk cId="2061032725" sldId="331"/>
        </pc:sldMkLst>
        <pc:spChg chg="mod">
          <ac:chgData name="Long Hoang" userId="5826c561-dfc3-4c7a-90a7-d29294c55f4c" providerId="ADAL" clId="{FADD2A81-CAD9-4879-80E6-E3416C9F49C5}" dt="2026-06-25T15:53:40.696" v="981" actId="20577"/>
          <ac:spMkLst>
            <pc:docMk/>
            <pc:sldMk cId="2061032725" sldId="331"/>
            <ac:spMk id="5" creationId="{17F40513-04F6-94E2-2ACA-C4DBB795C4E1}"/>
          </ac:spMkLst>
        </pc:spChg>
        <pc:graphicFrameChg chg="add mod modGraphic">
          <ac:chgData name="Long Hoang" userId="5826c561-dfc3-4c7a-90a7-d29294c55f4c" providerId="ADAL" clId="{FADD2A81-CAD9-4879-80E6-E3416C9F49C5}" dt="2026-06-25T15:53:44.490" v="982" actId="12385"/>
          <ac:graphicFrameMkLst>
            <pc:docMk/>
            <pc:sldMk cId="2061032725" sldId="331"/>
            <ac:graphicFrameMk id="10" creationId="{89453A00-C165-E3F5-E084-7833F606E8FF}"/>
          </ac:graphicFrameMkLst>
        </pc:graphicFrameChg>
        <pc:picChg chg="add mod">
          <ac:chgData name="Long Hoang" userId="5826c561-dfc3-4c7a-90a7-d29294c55f4c" providerId="ADAL" clId="{FADD2A81-CAD9-4879-80E6-E3416C9F49C5}" dt="2026-06-25T15:53:29.932" v="949" actId="1076"/>
          <ac:picMkLst>
            <pc:docMk/>
            <pc:sldMk cId="2061032725" sldId="331"/>
            <ac:picMk id="4" creationId="{D7BFE46C-C03F-DE5B-AA17-A26AC5BF15DC}"/>
          </ac:picMkLst>
        </pc:picChg>
      </pc:sldChg>
      <pc:sldChg chg="modSp add mod ord">
        <pc:chgData name="Long Hoang" userId="5826c561-dfc3-4c7a-90a7-d29294c55f4c" providerId="ADAL" clId="{FADD2A81-CAD9-4879-80E6-E3416C9F49C5}" dt="2026-06-25T15:54:04.338" v="1010" actId="20577"/>
        <pc:sldMkLst>
          <pc:docMk/>
          <pc:sldMk cId="758484744" sldId="332"/>
        </pc:sldMkLst>
        <pc:spChg chg="mod">
          <ac:chgData name="Long Hoang" userId="5826c561-dfc3-4c7a-90a7-d29294c55f4c" providerId="ADAL" clId="{FADD2A81-CAD9-4879-80E6-E3416C9F49C5}" dt="2026-06-25T15:54:04.338" v="1010" actId="20577"/>
          <ac:spMkLst>
            <pc:docMk/>
            <pc:sldMk cId="758484744" sldId="332"/>
            <ac:spMk id="2" creationId="{465FA7AD-309A-64B0-FE86-71F3D4878F77}"/>
          </ac:spMkLst>
        </pc:spChg>
      </pc:sldChg>
      <pc:sldChg chg="addSp delSp modSp add mod ord">
        <pc:chgData name="Long Hoang" userId="5826c561-dfc3-4c7a-90a7-d29294c55f4c" providerId="ADAL" clId="{FADD2A81-CAD9-4879-80E6-E3416C9F49C5}" dt="2026-06-25T15:57:31.203" v="1055" actId="1076"/>
        <pc:sldMkLst>
          <pc:docMk/>
          <pc:sldMk cId="1786195262" sldId="333"/>
        </pc:sldMkLst>
        <pc:spChg chg="mod">
          <ac:chgData name="Long Hoang" userId="5826c561-dfc3-4c7a-90a7-d29294c55f4c" providerId="ADAL" clId="{FADD2A81-CAD9-4879-80E6-E3416C9F49C5}" dt="2026-06-25T15:54:23.472" v="1047" actId="20577"/>
          <ac:spMkLst>
            <pc:docMk/>
            <pc:sldMk cId="1786195262" sldId="333"/>
            <ac:spMk id="2" creationId="{E4DB1744-3E26-3EC7-DD99-848977B673B5}"/>
          </ac:spMkLst>
        </pc:spChg>
        <pc:picChg chg="add mod">
          <ac:chgData name="Long Hoang" userId="5826c561-dfc3-4c7a-90a7-d29294c55f4c" providerId="ADAL" clId="{FADD2A81-CAD9-4879-80E6-E3416C9F49C5}" dt="2026-06-25T15:57:31.203" v="1055" actId="1076"/>
          <ac:picMkLst>
            <pc:docMk/>
            <pc:sldMk cId="1786195262" sldId="333"/>
            <ac:picMk id="13" creationId="{38254B19-9632-FA09-FF5E-6DCA451D77D9}"/>
          </ac:picMkLst>
        </pc:picChg>
      </pc:sldChg>
      <pc:sldChg chg="addSp modSp add mod">
        <pc:chgData name="Long Hoang" userId="5826c561-dfc3-4c7a-90a7-d29294c55f4c" providerId="ADAL" clId="{FADD2A81-CAD9-4879-80E6-E3416C9F49C5}" dt="2026-06-25T15:59:11.400" v="1062" actId="1076"/>
        <pc:sldMkLst>
          <pc:docMk/>
          <pc:sldMk cId="2100702797" sldId="334"/>
        </pc:sldMkLst>
        <pc:picChg chg="add mod">
          <ac:chgData name="Long Hoang" userId="5826c561-dfc3-4c7a-90a7-d29294c55f4c" providerId="ADAL" clId="{FADD2A81-CAD9-4879-80E6-E3416C9F49C5}" dt="2026-06-25T15:59:11.400" v="1062" actId="1076"/>
          <ac:picMkLst>
            <pc:docMk/>
            <pc:sldMk cId="2100702797" sldId="334"/>
            <ac:picMk id="4" creationId="{AD977793-E024-4FF5-3109-2FF4A6F68ADE}"/>
          </ac:picMkLst>
        </pc:picChg>
      </pc:sldChg>
      <pc:sldChg chg="addSp modSp add mod">
        <pc:chgData name="Long Hoang" userId="5826c561-dfc3-4c7a-90a7-d29294c55f4c" providerId="ADAL" clId="{FADD2A81-CAD9-4879-80E6-E3416C9F49C5}" dt="2026-06-25T15:58:25.326" v="1057" actId="1076"/>
        <pc:sldMkLst>
          <pc:docMk/>
          <pc:sldMk cId="994429997" sldId="335"/>
        </pc:sldMkLst>
        <pc:picChg chg="add mod">
          <ac:chgData name="Long Hoang" userId="5826c561-dfc3-4c7a-90a7-d29294c55f4c" providerId="ADAL" clId="{FADD2A81-CAD9-4879-80E6-E3416C9F49C5}" dt="2026-06-25T15:58:25.326" v="1057" actId="1076"/>
          <ac:picMkLst>
            <pc:docMk/>
            <pc:sldMk cId="994429997" sldId="335"/>
            <ac:picMk id="4" creationId="{3243DE40-6F0C-0E25-D0C7-40E1A8841B05}"/>
          </ac:picMkLst>
        </pc:picChg>
      </pc:sldChg>
      <pc:sldChg chg="addSp modSp add mod">
        <pc:chgData name="Long Hoang" userId="5826c561-dfc3-4c7a-90a7-d29294c55f4c" providerId="ADAL" clId="{FADD2A81-CAD9-4879-80E6-E3416C9F49C5}" dt="2026-06-25T16:00:00.903" v="1065" actId="1076"/>
        <pc:sldMkLst>
          <pc:docMk/>
          <pc:sldMk cId="2906509" sldId="336"/>
        </pc:sldMkLst>
        <pc:picChg chg="add mod">
          <ac:chgData name="Long Hoang" userId="5826c561-dfc3-4c7a-90a7-d29294c55f4c" providerId="ADAL" clId="{FADD2A81-CAD9-4879-80E6-E3416C9F49C5}" dt="2026-06-25T16:00:00.903" v="1065" actId="1076"/>
          <ac:picMkLst>
            <pc:docMk/>
            <pc:sldMk cId="2906509" sldId="336"/>
            <ac:picMk id="4" creationId="{F527DAB7-AAFA-05A4-6EEB-F5E4DA91C1B6}"/>
          </ac:picMkLst>
        </pc:picChg>
      </pc:sldChg>
      <pc:sldChg chg="addSp modSp add mod">
        <pc:chgData name="Long Hoang" userId="5826c561-dfc3-4c7a-90a7-d29294c55f4c" providerId="ADAL" clId="{FADD2A81-CAD9-4879-80E6-E3416C9F49C5}" dt="2026-06-25T16:55:51.318" v="1360" actId="20577"/>
        <pc:sldMkLst>
          <pc:docMk/>
          <pc:sldMk cId="572067767" sldId="337"/>
        </pc:sldMkLst>
        <pc:spChg chg="mod">
          <ac:chgData name="Long Hoang" userId="5826c561-dfc3-4c7a-90a7-d29294c55f4c" providerId="ADAL" clId="{FADD2A81-CAD9-4879-80E6-E3416C9F49C5}" dt="2026-06-25T16:02:29.494" v="1134" actId="20577"/>
          <ac:spMkLst>
            <pc:docMk/>
            <pc:sldMk cId="572067767" sldId="337"/>
            <ac:spMk id="2" creationId="{0571A341-FDC7-38B9-CB89-8B148503A97A}"/>
          </ac:spMkLst>
        </pc:spChg>
        <pc:spChg chg="add mod">
          <ac:chgData name="Long Hoang" userId="5826c561-dfc3-4c7a-90a7-d29294c55f4c" providerId="ADAL" clId="{FADD2A81-CAD9-4879-80E6-E3416C9F49C5}" dt="2026-06-25T16:55:51.318" v="1360" actId="20577"/>
          <ac:spMkLst>
            <pc:docMk/>
            <pc:sldMk cId="572067767" sldId="337"/>
            <ac:spMk id="3" creationId="{6DDA8FEA-C7D9-F171-6DE8-15BBFD7B94FF}"/>
          </ac:spMkLst>
        </pc:spChg>
        <pc:picChg chg="add mod">
          <ac:chgData name="Long Hoang" userId="5826c561-dfc3-4c7a-90a7-d29294c55f4c" providerId="ADAL" clId="{FADD2A81-CAD9-4879-80E6-E3416C9F49C5}" dt="2026-06-25T16:55:33.952" v="1306" actId="1076"/>
          <ac:picMkLst>
            <pc:docMk/>
            <pc:sldMk cId="572067767" sldId="337"/>
            <ac:picMk id="1026" creationId="{C3129F5C-48BD-1233-2943-8D95D3C1798C}"/>
          </ac:picMkLst>
        </pc:picChg>
      </pc:sldChg>
      <pc:sldChg chg="modSp add mod ord">
        <pc:chgData name="Long Hoang" userId="5826c561-dfc3-4c7a-90a7-d29294c55f4c" providerId="ADAL" clId="{FADD2A81-CAD9-4879-80E6-E3416C9F49C5}" dt="2026-06-25T16:02:16.480" v="1101" actId="20577"/>
        <pc:sldMkLst>
          <pc:docMk/>
          <pc:sldMk cId="2124945664" sldId="338"/>
        </pc:sldMkLst>
        <pc:spChg chg="mod">
          <ac:chgData name="Long Hoang" userId="5826c561-dfc3-4c7a-90a7-d29294c55f4c" providerId="ADAL" clId="{FADD2A81-CAD9-4879-80E6-E3416C9F49C5}" dt="2026-06-25T16:02:16.480" v="1101" actId="20577"/>
          <ac:spMkLst>
            <pc:docMk/>
            <pc:sldMk cId="2124945664" sldId="338"/>
            <ac:spMk id="2" creationId="{2B92AAD2-A8BE-1E9D-C239-83B06AFF2A85}"/>
          </ac:spMkLst>
        </pc:spChg>
      </pc:sldChg>
      <pc:sldChg chg="addSp modSp add mod">
        <pc:chgData name="Long Hoang" userId="5826c561-dfc3-4c7a-90a7-d29294c55f4c" providerId="ADAL" clId="{FADD2A81-CAD9-4879-80E6-E3416C9F49C5}" dt="2026-06-25T16:02:56.261" v="1164" actId="20577"/>
        <pc:sldMkLst>
          <pc:docMk/>
          <pc:sldMk cId="2351377936" sldId="339"/>
        </pc:sldMkLst>
        <pc:spChg chg="mod">
          <ac:chgData name="Long Hoang" userId="5826c561-dfc3-4c7a-90a7-d29294c55f4c" providerId="ADAL" clId="{FADD2A81-CAD9-4879-80E6-E3416C9F49C5}" dt="2026-06-25T16:02:56.261" v="1164" actId="20577"/>
          <ac:spMkLst>
            <pc:docMk/>
            <pc:sldMk cId="2351377936" sldId="339"/>
            <ac:spMk id="2" creationId="{D1055671-A454-CE15-FDEE-412861ED9230}"/>
          </ac:spMkLst>
        </pc:spChg>
        <pc:spChg chg="add mod">
          <ac:chgData name="Long Hoang" userId="5826c561-dfc3-4c7a-90a7-d29294c55f4c" providerId="ADAL" clId="{FADD2A81-CAD9-4879-80E6-E3416C9F49C5}" dt="2026-06-25T16:01:21.876" v="1074" actId="1076"/>
          <ac:spMkLst>
            <pc:docMk/>
            <pc:sldMk cId="2351377936" sldId="339"/>
            <ac:spMk id="5" creationId="{6AE2AE7F-C75D-EB34-1786-8885F210AC42}"/>
          </ac:spMkLst>
        </pc:spChg>
        <pc:spChg chg="add mod">
          <ac:chgData name="Long Hoang" userId="5826c561-dfc3-4c7a-90a7-d29294c55f4c" providerId="ADAL" clId="{FADD2A81-CAD9-4879-80E6-E3416C9F49C5}" dt="2026-06-25T16:01:27.246" v="1075" actId="1076"/>
          <ac:spMkLst>
            <pc:docMk/>
            <pc:sldMk cId="2351377936" sldId="339"/>
            <ac:spMk id="7" creationId="{5BE9A857-8082-FF8E-6670-A52558FEB22D}"/>
          </ac:spMkLst>
        </pc:spChg>
        <pc:spChg chg="add mod">
          <ac:chgData name="Long Hoang" userId="5826c561-dfc3-4c7a-90a7-d29294c55f4c" providerId="ADAL" clId="{FADD2A81-CAD9-4879-80E6-E3416C9F49C5}" dt="2026-06-25T16:01:53.137" v="1079" actId="1076"/>
          <ac:spMkLst>
            <pc:docMk/>
            <pc:sldMk cId="2351377936" sldId="339"/>
            <ac:spMk id="10" creationId="{43D8ABD4-29F2-1365-CE95-D06BE169D7D9}"/>
          </ac:spMkLst>
        </pc:spChg>
        <pc:spChg chg="add mod">
          <ac:chgData name="Long Hoang" userId="5826c561-dfc3-4c7a-90a7-d29294c55f4c" providerId="ADAL" clId="{FADD2A81-CAD9-4879-80E6-E3416C9F49C5}" dt="2026-06-25T16:01:49.853" v="1078" actId="1076"/>
          <ac:spMkLst>
            <pc:docMk/>
            <pc:sldMk cId="2351377936" sldId="339"/>
            <ac:spMk id="12" creationId="{0D0F2394-313B-76F2-F1E0-9E85DC059E27}"/>
          </ac:spMkLst>
        </pc:spChg>
        <pc:spChg chg="add mod">
          <ac:chgData name="Long Hoang" userId="5826c561-dfc3-4c7a-90a7-d29294c55f4c" providerId="ADAL" clId="{FADD2A81-CAD9-4879-80E6-E3416C9F49C5}" dt="2026-06-25T16:01:58.831" v="1082" actId="1076"/>
          <ac:spMkLst>
            <pc:docMk/>
            <pc:sldMk cId="2351377936" sldId="339"/>
            <ac:spMk id="14" creationId="{7068C3E1-F193-71CE-CDB7-438F6BE0F5A7}"/>
          </ac:spMkLst>
        </pc:spChg>
        <pc:picChg chg="add mod">
          <ac:chgData name="Long Hoang" userId="5826c561-dfc3-4c7a-90a7-d29294c55f4c" providerId="ADAL" clId="{FADD2A81-CAD9-4879-80E6-E3416C9F49C5}" dt="2026-06-25T16:01:16.280" v="1073" actId="1076"/>
          <ac:picMkLst>
            <pc:docMk/>
            <pc:sldMk cId="2351377936" sldId="339"/>
            <ac:picMk id="3" creationId="{ABE21673-F9E9-B7DF-546D-0F9C397F2ABB}"/>
          </ac:picMkLst>
        </pc:picChg>
        <pc:picChg chg="add mod">
          <ac:chgData name="Long Hoang" userId="5826c561-dfc3-4c7a-90a7-d29294c55f4c" providerId="ADAL" clId="{FADD2A81-CAD9-4879-80E6-E3416C9F49C5}" dt="2026-06-25T16:01:55.538" v="1081" actId="1076"/>
          <ac:picMkLst>
            <pc:docMk/>
            <pc:sldMk cId="2351377936" sldId="339"/>
            <ac:picMk id="4" creationId="{D226A4BA-A638-E0AD-7CFD-F72FC33994A9}"/>
          </ac:picMkLst>
        </pc:picChg>
        <pc:cxnChg chg="add mod">
          <ac:chgData name="Long Hoang" userId="5826c561-dfc3-4c7a-90a7-d29294c55f4c" providerId="ADAL" clId="{FADD2A81-CAD9-4879-80E6-E3416C9F49C5}" dt="2026-06-25T16:01:44.947" v="1077" actId="692"/>
          <ac:cxnSpMkLst>
            <pc:docMk/>
            <pc:sldMk cId="2351377936" sldId="339"/>
            <ac:cxnSpMk id="6" creationId="{A0A5D17D-2279-C5DE-23F2-BF42DD3CA5FB}"/>
          </ac:cxnSpMkLst>
        </pc:cxnChg>
        <pc:cxnChg chg="add mod">
          <ac:chgData name="Long Hoang" userId="5826c561-dfc3-4c7a-90a7-d29294c55f4c" providerId="ADAL" clId="{FADD2A81-CAD9-4879-80E6-E3416C9F49C5}" dt="2026-06-25T16:02:04.681" v="1083" actId="692"/>
          <ac:cxnSpMkLst>
            <pc:docMk/>
            <pc:sldMk cId="2351377936" sldId="339"/>
            <ac:cxnSpMk id="13" creationId="{A6021589-A293-CAEC-EA89-7A042B55D221}"/>
          </ac:cxnSpMkLst>
        </pc:cxnChg>
      </pc:sldChg>
      <pc:sldChg chg="addSp delSp modSp add mod ord">
        <pc:chgData name="Long Hoang" userId="5826c561-dfc3-4c7a-90a7-d29294c55f4c" providerId="ADAL" clId="{FADD2A81-CAD9-4879-80E6-E3416C9F49C5}" dt="2026-07-08T15:14:23.316" v="1446" actId="1076"/>
        <pc:sldMkLst>
          <pc:docMk/>
          <pc:sldMk cId="1459958420" sldId="340"/>
        </pc:sldMkLst>
        <pc:spChg chg="mod">
          <ac:chgData name="Long Hoang" userId="5826c561-dfc3-4c7a-90a7-d29294c55f4c" providerId="ADAL" clId="{FADD2A81-CAD9-4879-80E6-E3416C9F49C5}" dt="2026-06-25T16:03:03.501" v="1166"/>
          <ac:spMkLst>
            <pc:docMk/>
            <pc:sldMk cId="1459958420" sldId="340"/>
            <ac:spMk id="2" creationId="{4A9FA462-0E08-5C6C-7695-D4D3833C89C0}"/>
          </ac:spMkLst>
        </pc:spChg>
        <pc:picChg chg="add del mod">
          <ac:chgData name="Long Hoang" userId="5826c561-dfc3-4c7a-90a7-d29294c55f4c" providerId="ADAL" clId="{FADD2A81-CAD9-4879-80E6-E3416C9F49C5}" dt="2026-07-08T15:12:12.400" v="1441" actId="478"/>
          <ac:picMkLst>
            <pc:docMk/>
            <pc:sldMk cId="1459958420" sldId="340"/>
            <ac:picMk id="4" creationId="{B5E80A58-0A29-E458-9AAA-CA3C3823BCA3}"/>
          </ac:picMkLst>
        </pc:picChg>
        <pc:picChg chg="add mod">
          <ac:chgData name="Long Hoang" userId="5826c561-dfc3-4c7a-90a7-d29294c55f4c" providerId="ADAL" clId="{FADD2A81-CAD9-4879-80E6-E3416C9F49C5}" dt="2026-07-08T15:14:23.316" v="1446" actId="1076"/>
          <ac:picMkLst>
            <pc:docMk/>
            <pc:sldMk cId="1459958420" sldId="340"/>
            <ac:picMk id="5" creationId="{D836DFE7-52B8-EA67-F39E-E760D2AB7A01}"/>
          </ac:picMkLst>
        </pc:picChg>
      </pc:sldChg>
      <pc:sldChg chg="addSp modSp add mod ord">
        <pc:chgData name="Long Hoang" userId="5826c561-dfc3-4c7a-90a7-d29294c55f4c" providerId="ADAL" clId="{FADD2A81-CAD9-4879-80E6-E3416C9F49C5}" dt="2026-06-25T16:06:12.868" v="1187" actId="692"/>
        <pc:sldMkLst>
          <pc:docMk/>
          <pc:sldMk cId="2102895071" sldId="341"/>
        </pc:sldMkLst>
        <pc:spChg chg="add mod">
          <ac:chgData name="Long Hoang" userId="5826c561-dfc3-4c7a-90a7-d29294c55f4c" providerId="ADAL" clId="{FADD2A81-CAD9-4879-80E6-E3416C9F49C5}" dt="2026-06-25T16:05:50.898" v="1181" actId="1076"/>
          <ac:spMkLst>
            <pc:docMk/>
            <pc:sldMk cId="2102895071" sldId="341"/>
            <ac:spMk id="5" creationId="{B21404C8-A6BC-E557-330F-8C9E56415640}"/>
          </ac:spMkLst>
        </pc:spChg>
        <pc:spChg chg="add mod">
          <ac:chgData name="Long Hoang" userId="5826c561-dfc3-4c7a-90a7-d29294c55f4c" providerId="ADAL" clId="{FADD2A81-CAD9-4879-80E6-E3416C9F49C5}" dt="2026-06-25T16:06:08.907" v="1186" actId="1076"/>
          <ac:spMkLst>
            <pc:docMk/>
            <pc:sldMk cId="2102895071" sldId="341"/>
            <ac:spMk id="6" creationId="{529ADFFB-7704-F2D1-4BE1-95DA14DF325E}"/>
          </ac:spMkLst>
        </pc:spChg>
        <pc:spChg chg="add mod">
          <ac:chgData name="Long Hoang" userId="5826c561-dfc3-4c7a-90a7-d29294c55f4c" providerId="ADAL" clId="{FADD2A81-CAD9-4879-80E6-E3416C9F49C5}" dt="2026-06-25T16:06:05.891" v="1185" actId="1076"/>
          <ac:spMkLst>
            <pc:docMk/>
            <pc:sldMk cId="2102895071" sldId="341"/>
            <ac:spMk id="7" creationId="{9942AA55-E6C7-6FE2-F0E1-5C82C27909A8}"/>
          </ac:spMkLst>
        </pc:spChg>
        <pc:spChg chg="add mod">
          <ac:chgData name="Long Hoang" userId="5826c561-dfc3-4c7a-90a7-d29294c55f4c" providerId="ADAL" clId="{FADD2A81-CAD9-4879-80E6-E3416C9F49C5}" dt="2026-06-25T16:05:53.824" v="1182" actId="1076"/>
          <ac:spMkLst>
            <pc:docMk/>
            <pc:sldMk cId="2102895071" sldId="341"/>
            <ac:spMk id="10" creationId="{40BB0050-E10C-BF9B-EEC6-68EF159CB75E}"/>
          </ac:spMkLst>
        </pc:spChg>
        <pc:spChg chg="add mod">
          <ac:chgData name="Long Hoang" userId="5826c561-dfc3-4c7a-90a7-d29294c55f4c" providerId="ADAL" clId="{FADD2A81-CAD9-4879-80E6-E3416C9F49C5}" dt="2026-06-25T16:05:56.584" v="1183" actId="1076"/>
          <ac:spMkLst>
            <pc:docMk/>
            <pc:sldMk cId="2102895071" sldId="341"/>
            <ac:spMk id="12" creationId="{0969BC5A-1605-62D3-3480-A53A2022217A}"/>
          </ac:spMkLst>
        </pc:spChg>
        <pc:picChg chg="add mod">
          <ac:chgData name="Long Hoang" userId="5826c561-dfc3-4c7a-90a7-d29294c55f4c" providerId="ADAL" clId="{FADD2A81-CAD9-4879-80E6-E3416C9F49C5}" dt="2026-06-25T16:05:36.544" v="1177" actId="1076"/>
          <ac:picMkLst>
            <pc:docMk/>
            <pc:sldMk cId="2102895071" sldId="341"/>
            <ac:picMk id="3" creationId="{EB36F1B3-FADD-22E1-FED5-E389301E8E80}"/>
          </ac:picMkLst>
        </pc:picChg>
        <pc:picChg chg="add mod">
          <ac:chgData name="Long Hoang" userId="5826c561-dfc3-4c7a-90a7-d29294c55f4c" providerId="ADAL" clId="{FADD2A81-CAD9-4879-80E6-E3416C9F49C5}" dt="2026-06-25T16:05:42.836" v="1180" actId="1076"/>
          <ac:picMkLst>
            <pc:docMk/>
            <pc:sldMk cId="2102895071" sldId="341"/>
            <ac:picMk id="4" creationId="{A143456F-FCB2-19BE-1712-A58958C6C4CD}"/>
          </ac:picMkLst>
        </pc:picChg>
        <pc:cxnChg chg="add mod">
          <ac:chgData name="Long Hoang" userId="5826c561-dfc3-4c7a-90a7-d29294c55f4c" providerId="ADAL" clId="{FADD2A81-CAD9-4879-80E6-E3416C9F49C5}" dt="2026-06-25T16:06:12.868" v="1187" actId="692"/>
          <ac:cxnSpMkLst>
            <pc:docMk/>
            <pc:sldMk cId="2102895071" sldId="341"/>
            <ac:cxnSpMk id="13" creationId="{788D4824-B7EE-82E9-BCEE-28715A1EB520}"/>
          </ac:cxnSpMkLst>
        </pc:cxnChg>
        <pc:cxnChg chg="add mod">
          <ac:chgData name="Long Hoang" userId="5826c561-dfc3-4c7a-90a7-d29294c55f4c" providerId="ADAL" clId="{FADD2A81-CAD9-4879-80E6-E3416C9F49C5}" dt="2026-06-25T16:06:00.573" v="1184" actId="692"/>
          <ac:cxnSpMkLst>
            <pc:docMk/>
            <pc:sldMk cId="2102895071" sldId="341"/>
            <ac:cxnSpMk id="14" creationId="{933DA6AB-1B41-8048-F31D-C4ED3E0A14CD}"/>
          </ac:cxnSpMkLst>
        </pc:cxnChg>
      </pc:sldChg>
      <pc:sldChg chg="addSp modSp add mod ord">
        <pc:chgData name="Long Hoang" userId="5826c561-dfc3-4c7a-90a7-d29294c55f4c" providerId="ADAL" clId="{FADD2A81-CAD9-4879-80E6-E3416C9F49C5}" dt="2026-06-25T16:07:19.364" v="1229" actId="1076"/>
        <pc:sldMkLst>
          <pc:docMk/>
          <pc:sldMk cId="3603021197" sldId="342"/>
        </pc:sldMkLst>
        <pc:spChg chg="add mod">
          <ac:chgData name="Long Hoang" userId="5826c561-dfc3-4c7a-90a7-d29294c55f4c" providerId="ADAL" clId="{FADD2A81-CAD9-4879-80E6-E3416C9F49C5}" dt="2026-06-25T16:07:14.947" v="1226" actId="1076"/>
          <ac:spMkLst>
            <pc:docMk/>
            <pc:sldMk cId="3603021197" sldId="342"/>
            <ac:spMk id="5" creationId="{4E1778C1-7263-FE5D-AEDF-890C1B325AD9}"/>
          </ac:spMkLst>
        </pc:spChg>
        <pc:spChg chg="add mod">
          <ac:chgData name="Long Hoang" userId="5826c561-dfc3-4c7a-90a7-d29294c55f4c" providerId="ADAL" clId="{FADD2A81-CAD9-4879-80E6-E3416C9F49C5}" dt="2026-06-25T16:07:19.364" v="1229" actId="1076"/>
          <ac:spMkLst>
            <pc:docMk/>
            <pc:sldMk cId="3603021197" sldId="342"/>
            <ac:spMk id="6" creationId="{0544C47F-D9BE-9AA9-EB70-2DA4CEEB33ED}"/>
          </ac:spMkLst>
        </pc:spChg>
        <pc:picChg chg="add mod">
          <ac:chgData name="Long Hoang" userId="5826c561-dfc3-4c7a-90a7-d29294c55f4c" providerId="ADAL" clId="{FADD2A81-CAD9-4879-80E6-E3416C9F49C5}" dt="2026-06-25T16:07:17.102" v="1228" actId="1076"/>
          <ac:picMkLst>
            <pc:docMk/>
            <pc:sldMk cId="3603021197" sldId="342"/>
            <ac:picMk id="3" creationId="{614FB4CE-AFEA-D552-32F1-FDC9B67BF9D7}"/>
          </ac:picMkLst>
        </pc:picChg>
        <pc:picChg chg="add mod">
          <ac:chgData name="Long Hoang" userId="5826c561-dfc3-4c7a-90a7-d29294c55f4c" providerId="ADAL" clId="{FADD2A81-CAD9-4879-80E6-E3416C9F49C5}" dt="2026-06-25T16:07:11.804" v="1225" actId="1076"/>
          <ac:picMkLst>
            <pc:docMk/>
            <pc:sldMk cId="3603021197" sldId="342"/>
            <ac:picMk id="4" creationId="{27AB14CA-FF45-7C2E-A97D-E57972F6C487}"/>
          </ac:picMkLst>
        </pc:picChg>
      </pc:sldChg>
      <pc:sldChg chg="modSp add mod ord">
        <pc:chgData name="Long Hoang" userId="5826c561-dfc3-4c7a-90a7-d29294c55f4c" providerId="ADAL" clId="{FADD2A81-CAD9-4879-80E6-E3416C9F49C5}" dt="2026-06-25T16:06:34.807" v="1221" actId="20577"/>
        <pc:sldMkLst>
          <pc:docMk/>
          <pc:sldMk cId="3086032033" sldId="343"/>
        </pc:sldMkLst>
        <pc:spChg chg="mod">
          <ac:chgData name="Long Hoang" userId="5826c561-dfc3-4c7a-90a7-d29294c55f4c" providerId="ADAL" clId="{FADD2A81-CAD9-4879-80E6-E3416C9F49C5}" dt="2026-06-25T16:06:34.807" v="1221" actId="20577"/>
          <ac:spMkLst>
            <pc:docMk/>
            <pc:sldMk cId="3086032033" sldId="343"/>
            <ac:spMk id="2" creationId="{18B18C2C-DC03-12C2-6EFA-656956574E7A}"/>
          </ac:spMkLst>
        </pc:spChg>
      </pc:sldChg>
      <pc:sldChg chg="addSp modSp add del ord">
        <pc:chgData name="Long Hoang" userId="5826c561-dfc3-4c7a-90a7-d29294c55f4c" providerId="ADAL" clId="{FADD2A81-CAD9-4879-80E6-E3416C9F49C5}" dt="2026-06-25T16:13:21.928" v="1241" actId="47"/>
        <pc:sldMkLst>
          <pc:docMk/>
          <pc:sldMk cId="2577813548" sldId="344"/>
        </pc:sldMkLst>
        <pc:spChg chg="add mod">
          <ac:chgData name="Long Hoang" userId="5826c561-dfc3-4c7a-90a7-d29294c55f4c" providerId="ADAL" clId="{FADD2A81-CAD9-4879-80E6-E3416C9F49C5}" dt="2026-06-25T16:07:44.776" v="1233"/>
          <ac:spMkLst>
            <pc:docMk/>
            <pc:sldMk cId="2577813548" sldId="344"/>
            <ac:spMk id="4" creationId="{5506C102-3982-FEF5-8639-E94D43C9DDFE}"/>
          </ac:spMkLst>
        </pc:spChg>
        <pc:picChg chg="add mod">
          <ac:chgData name="Long Hoang" userId="5826c561-dfc3-4c7a-90a7-d29294c55f4c" providerId="ADAL" clId="{FADD2A81-CAD9-4879-80E6-E3416C9F49C5}" dt="2026-06-25T16:07:44.776" v="1233"/>
          <ac:picMkLst>
            <pc:docMk/>
            <pc:sldMk cId="2577813548" sldId="344"/>
            <ac:picMk id="3" creationId="{531BB9D9-943E-2675-6D0B-AA64E06B993C}"/>
          </ac:picMkLst>
        </pc:picChg>
      </pc:sldChg>
      <pc:sldChg chg="addSp modSp add mod">
        <pc:chgData name="Long Hoang" userId="5826c561-dfc3-4c7a-90a7-d29294c55f4c" providerId="ADAL" clId="{FADD2A81-CAD9-4879-80E6-E3416C9F49C5}" dt="2026-06-25T16:42:45.666" v="1255" actId="1076"/>
        <pc:sldMkLst>
          <pc:docMk/>
          <pc:sldMk cId="3202539097" sldId="345"/>
        </pc:sldMkLst>
        <pc:picChg chg="add mod">
          <ac:chgData name="Long Hoang" userId="5826c561-dfc3-4c7a-90a7-d29294c55f4c" providerId="ADAL" clId="{FADD2A81-CAD9-4879-80E6-E3416C9F49C5}" dt="2026-06-25T16:42:19.051" v="1251" actId="14100"/>
          <ac:picMkLst>
            <pc:docMk/>
            <pc:sldMk cId="3202539097" sldId="345"/>
            <ac:picMk id="4" creationId="{23D453D5-131B-9BB4-0819-7E72069C7C27}"/>
          </ac:picMkLst>
        </pc:picChg>
        <pc:picChg chg="add mod">
          <ac:chgData name="Long Hoang" userId="5826c561-dfc3-4c7a-90a7-d29294c55f4c" providerId="ADAL" clId="{FADD2A81-CAD9-4879-80E6-E3416C9F49C5}" dt="2026-06-25T16:42:45.666" v="1255" actId="1076"/>
          <ac:picMkLst>
            <pc:docMk/>
            <pc:sldMk cId="3202539097" sldId="345"/>
            <ac:picMk id="6" creationId="{5832CFB2-1D5A-2FD6-C12F-392560D30F26}"/>
          </ac:picMkLst>
        </pc:picChg>
      </pc:sldChg>
      <pc:sldChg chg="addSp modSp add mod ord">
        <pc:chgData name="Long Hoang" userId="5826c561-dfc3-4c7a-90a7-d29294c55f4c" providerId="ADAL" clId="{FADD2A81-CAD9-4879-80E6-E3416C9F49C5}" dt="2026-06-25T16:12:54.602" v="1239" actId="12385"/>
        <pc:sldMkLst>
          <pc:docMk/>
          <pc:sldMk cId="3425164862" sldId="346"/>
        </pc:sldMkLst>
        <pc:graphicFrameChg chg="add mod modGraphic">
          <ac:chgData name="Long Hoang" userId="5826c561-dfc3-4c7a-90a7-d29294c55f4c" providerId="ADAL" clId="{FADD2A81-CAD9-4879-80E6-E3416C9F49C5}" dt="2026-06-25T16:12:54.602" v="1239" actId="12385"/>
          <ac:graphicFrameMkLst>
            <pc:docMk/>
            <pc:sldMk cId="3425164862" sldId="346"/>
            <ac:graphicFrameMk id="3" creationId="{98F12B12-B7F9-AFDD-F4D7-44E5CB49ACC6}"/>
          </ac:graphicFrameMkLst>
        </pc:graphicFrameChg>
      </pc:sldChg>
      <pc:sldChg chg="addSp delSp modSp add mod">
        <pc:chgData name="Long Hoang" userId="5826c561-dfc3-4c7a-90a7-d29294c55f4c" providerId="ADAL" clId="{FADD2A81-CAD9-4879-80E6-E3416C9F49C5}" dt="2026-06-25T16:43:41.232" v="1269" actId="1076"/>
        <pc:sldMkLst>
          <pc:docMk/>
          <pc:sldMk cId="3719601515" sldId="347"/>
        </pc:sldMkLst>
        <pc:picChg chg="add mod">
          <ac:chgData name="Long Hoang" userId="5826c561-dfc3-4c7a-90a7-d29294c55f4c" providerId="ADAL" clId="{FADD2A81-CAD9-4879-80E6-E3416C9F49C5}" dt="2026-06-25T16:43:41.232" v="1269" actId="1076"/>
          <ac:picMkLst>
            <pc:docMk/>
            <pc:sldMk cId="3719601515" sldId="347"/>
            <ac:picMk id="6" creationId="{596ADBE8-8B40-B720-1FBE-F49D1879CDB2}"/>
          </ac:picMkLst>
        </pc:picChg>
      </pc:sldChg>
      <pc:sldChg chg="addSp delSp modSp add mod">
        <pc:chgData name="Long Hoang" userId="5826c561-dfc3-4c7a-90a7-d29294c55f4c" providerId="ADAL" clId="{FADD2A81-CAD9-4879-80E6-E3416C9F49C5}" dt="2026-07-08T15:25:38.639" v="1587" actId="1076"/>
        <pc:sldMkLst>
          <pc:docMk/>
          <pc:sldMk cId="769539843" sldId="348"/>
        </pc:sldMkLst>
        <pc:graphicFrameChg chg="add mod">
          <ac:chgData name="Long Hoang" userId="5826c561-dfc3-4c7a-90a7-d29294c55f4c" providerId="ADAL" clId="{FADD2A81-CAD9-4879-80E6-E3416C9F49C5}" dt="2026-07-08T15:18:47.521" v="1456"/>
          <ac:graphicFrameMkLst>
            <pc:docMk/>
            <pc:sldMk cId="769539843" sldId="348"/>
            <ac:graphicFrameMk id="3" creationId="{FF086E38-0AB2-3BE4-6C64-169B97766883}"/>
          </ac:graphicFrameMkLst>
        </pc:graphicFrameChg>
        <pc:picChg chg="add del mod">
          <ac:chgData name="Long Hoang" userId="5826c561-dfc3-4c7a-90a7-d29294c55f4c" providerId="ADAL" clId="{FADD2A81-CAD9-4879-80E6-E3416C9F49C5}" dt="2026-07-08T15:14:49.879" v="1448" actId="478"/>
          <ac:picMkLst>
            <pc:docMk/>
            <pc:sldMk cId="769539843" sldId="348"/>
            <ac:picMk id="4" creationId="{FC60B19F-B15D-DD08-2AFA-0098D37B5CC4}"/>
          </ac:picMkLst>
        </pc:picChg>
        <pc:picChg chg="add mod">
          <ac:chgData name="Long Hoang" userId="5826c561-dfc3-4c7a-90a7-d29294c55f4c" providerId="ADAL" clId="{FADD2A81-CAD9-4879-80E6-E3416C9F49C5}" dt="2026-07-08T15:25:38.639" v="1587" actId="1076"/>
          <ac:picMkLst>
            <pc:docMk/>
            <pc:sldMk cId="769539843" sldId="348"/>
            <ac:picMk id="6" creationId="{A678D309-CA6A-6F31-6536-F49BF70B800C}"/>
          </ac:picMkLst>
        </pc:picChg>
      </pc:sldChg>
      <pc:sldChg chg="addSp delSp modSp add mod">
        <pc:chgData name="Long Hoang" userId="5826c561-dfc3-4c7a-90a7-d29294c55f4c" providerId="ADAL" clId="{FADD2A81-CAD9-4879-80E6-E3416C9F49C5}" dt="2026-07-08T15:30:47.134" v="1605" actId="1076"/>
        <pc:sldMkLst>
          <pc:docMk/>
          <pc:sldMk cId="658617416" sldId="349"/>
        </pc:sldMkLst>
        <pc:spChg chg="add mod">
          <ac:chgData name="Long Hoang" userId="5826c561-dfc3-4c7a-90a7-d29294c55f4c" providerId="ADAL" clId="{FADD2A81-CAD9-4879-80E6-E3416C9F49C5}" dt="2026-06-25T16:56:03.355" v="1403" actId="20577"/>
          <ac:spMkLst>
            <pc:docMk/>
            <pc:sldMk cId="658617416" sldId="349"/>
            <ac:spMk id="5" creationId="{1A9B63DD-BBA4-1944-6998-A44E68842CED}"/>
          </ac:spMkLst>
        </pc:spChg>
        <pc:picChg chg="add del mod">
          <ac:chgData name="Long Hoang" userId="5826c561-dfc3-4c7a-90a7-d29294c55f4c" providerId="ADAL" clId="{FADD2A81-CAD9-4879-80E6-E3416C9F49C5}" dt="2026-07-08T15:30:17.380" v="1600" actId="478"/>
          <ac:picMkLst>
            <pc:docMk/>
            <pc:sldMk cId="658617416" sldId="349"/>
            <ac:picMk id="4" creationId="{658AC19A-6239-1208-D47A-5C5F88CE8905}"/>
          </ac:picMkLst>
        </pc:picChg>
        <pc:picChg chg="add mod">
          <ac:chgData name="Long Hoang" userId="5826c561-dfc3-4c7a-90a7-d29294c55f4c" providerId="ADAL" clId="{FADD2A81-CAD9-4879-80E6-E3416C9F49C5}" dt="2026-07-08T15:30:47.134" v="1605" actId="1076"/>
          <ac:picMkLst>
            <pc:docMk/>
            <pc:sldMk cId="658617416" sldId="349"/>
            <ac:picMk id="6" creationId="{A27E12A1-EED2-3452-7F85-C9F0C1DD99A3}"/>
          </ac:picMkLst>
        </pc:picChg>
      </pc:sldChg>
      <pc:sldChg chg="addSp delSp modSp add mod">
        <pc:chgData name="Long Hoang" userId="5826c561-dfc3-4c7a-90a7-d29294c55f4c" providerId="ADAL" clId="{FADD2A81-CAD9-4879-80E6-E3416C9F49C5}" dt="2026-07-08T15:30:13.282" v="1599" actId="14100"/>
        <pc:sldMkLst>
          <pc:docMk/>
          <pc:sldMk cId="1332773922" sldId="350"/>
        </pc:sldMkLst>
        <pc:spChg chg="add mod">
          <ac:chgData name="Long Hoang" userId="5826c561-dfc3-4c7a-90a7-d29294c55f4c" providerId="ADAL" clId="{FADD2A81-CAD9-4879-80E6-E3416C9F49C5}" dt="2026-06-25T16:56:13.227" v="1440" actId="20577"/>
          <ac:spMkLst>
            <pc:docMk/>
            <pc:sldMk cId="1332773922" sldId="350"/>
            <ac:spMk id="10" creationId="{54E07D71-9661-0F74-2DE8-6CE2D55EDCB9}"/>
          </ac:spMkLst>
        </pc:spChg>
        <pc:picChg chg="add del mod">
          <ac:chgData name="Long Hoang" userId="5826c561-dfc3-4c7a-90a7-d29294c55f4c" providerId="ADAL" clId="{FADD2A81-CAD9-4879-80E6-E3416C9F49C5}" dt="2026-07-08T15:29:48.987" v="1592" actId="22"/>
          <ac:picMkLst>
            <pc:docMk/>
            <pc:sldMk cId="1332773922" sldId="350"/>
            <ac:picMk id="4" creationId="{60EFD95D-6F74-FAAA-A42D-9F1AF9101B60}"/>
          </ac:picMkLst>
        </pc:picChg>
        <pc:picChg chg="add del mod modCrop">
          <ac:chgData name="Long Hoang" userId="5826c561-dfc3-4c7a-90a7-d29294c55f4c" providerId="ADAL" clId="{FADD2A81-CAD9-4879-80E6-E3416C9F49C5}" dt="2026-07-08T15:30:03.546" v="1594" actId="478"/>
          <ac:picMkLst>
            <pc:docMk/>
            <pc:sldMk cId="1332773922" sldId="350"/>
            <ac:picMk id="5" creationId="{82C962AF-9604-188D-2B94-5FAE3ECE8F75}"/>
          </ac:picMkLst>
        </pc:picChg>
        <pc:picChg chg="add mod modCrop">
          <ac:chgData name="Long Hoang" userId="5826c561-dfc3-4c7a-90a7-d29294c55f4c" providerId="ADAL" clId="{FADD2A81-CAD9-4879-80E6-E3416C9F49C5}" dt="2026-06-25T16:55:18.575" v="1304" actId="1076"/>
          <ac:picMkLst>
            <pc:docMk/>
            <pc:sldMk cId="1332773922" sldId="350"/>
            <ac:picMk id="7" creationId="{5FCF4049-5CE3-DC81-F687-25263486666A}"/>
          </ac:picMkLst>
        </pc:picChg>
        <pc:picChg chg="add mod">
          <ac:chgData name="Long Hoang" userId="5826c561-dfc3-4c7a-90a7-d29294c55f4c" providerId="ADAL" clId="{FADD2A81-CAD9-4879-80E6-E3416C9F49C5}" dt="2026-07-08T15:30:13.282" v="1599" actId="14100"/>
          <ac:picMkLst>
            <pc:docMk/>
            <pc:sldMk cId="1332773922" sldId="350"/>
            <ac:picMk id="12" creationId="{306D3F23-8C9B-22FC-5FB7-F1A274EE9DEF}"/>
          </ac:picMkLst>
        </pc:picChg>
      </pc:sldChg>
      <pc:sldChg chg="addSp modSp add mod">
        <pc:chgData name="Long Hoang" userId="5826c561-dfc3-4c7a-90a7-d29294c55f4c" providerId="ADAL" clId="{FADD2A81-CAD9-4879-80E6-E3416C9F49C5}" dt="2026-07-08T15:15:22.423" v="1452" actId="1076"/>
        <pc:sldMkLst>
          <pc:docMk/>
          <pc:sldMk cId="1777984736" sldId="351"/>
        </pc:sldMkLst>
        <pc:picChg chg="add mod">
          <ac:chgData name="Long Hoang" userId="5826c561-dfc3-4c7a-90a7-d29294c55f4c" providerId="ADAL" clId="{FADD2A81-CAD9-4879-80E6-E3416C9F49C5}" dt="2026-07-08T15:15:22.423" v="1452" actId="1076"/>
          <ac:picMkLst>
            <pc:docMk/>
            <pc:sldMk cId="1777984736" sldId="351"/>
            <ac:picMk id="4" creationId="{B9937BB8-D30B-3BE5-B937-E9A32F1EEB1D}"/>
          </ac:picMkLst>
        </pc:picChg>
      </pc:sldChg>
      <pc:sldChg chg="addSp modSp add mod">
        <pc:chgData name="Long Hoang" userId="5826c561-dfc3-4c7a-90a7-d29294c55f4c" providerId="ADAL" clId="{FADD2A81-CAD9-4879-80E6-E3416C9F49C5}" dt="2026-07-08T15:15:42.821" v="1453" actId="931"/>
        <pc:sldMkLst>
          <pc:docMk/>
          <pc:sldMk cId="310885184" sldId="352"/>
        </pc:sldMkLst>
        <pc:picChg chg="add mod">
          <ac:chgData name="Long Hoang" userId="5826c561-dfc3-4c7a-90a7-d29294c55f4c" providerId="ADAL" clId="{FADD2A81-CAD9-4879-80E6-E3416C9F49C5}" dt="2026-07-08T15:15:42.821" v="1453" actId="931"/>
          <ac:picMkLst>
            <pc:docMk/>
            <pc:sldMk cId="310885184" sldId="352"/>
            <ac:picMk id="4" creationId="{2E72C1F6-F7DF-4BE7-1AE3-56C9817A7ECE}"/>
          </ac:picMkLst>
        </pc:picChg>
      </pc:sldChg>
      <pc:sldChg chg="addSp delSp modSp add mod">
        <pc:chgData name="Long Hoang" userId="5826c561-dfc3-4c7a-90a7-d29294c55f4c" providerId="ADAL" clId="{FADD2A81-CAD9-4879-80E6-E3416C9F49C5}" dt="2026-07-08T15:24:19.045" v="1582" actId="1076"/>
        <pc:sldMkLst>
          <pc:docMk/>
          <pc:sldMk cId="1124479357" sldId="353"/>
        </pc:sldMkLst>
        <pc:graphicFrameChg chg="add mod modGraphic">
          <ac:chgData name="Long Hoang" userId="5826c561-dfc3-4c7a-90a7-d29294c55f4c" providerId="ADAL" clId="{FADD2A81-CAD9-4879-80E6-E3416C9F49C5}" dt="2026-07-08T15:24:19.045" v="1582" actId="1076"/>
          <ac:graphicFrameMkLst>
            <pc:docMk/>
            <pc:sldMk cId="1124479357" sldId="353"/>
            <ac:graphicFrameMk id="3" creationId="{31A2ADE5-ECBE-B832-2CE3-03511C69AB7A}"/>
          </ac:graphicFrameMkLst>
        </pc:graphicFrameChg>
        <pc:picChg chg="del">
          <ac:chgData name="Long Hoang" userId="5826c561-dfc3-4c7a-90a7-d29294c55f4c" providerId="ADAL" clId="{FADD2A81-CAD9-4879-80E6-E3416C9F49C5}" dt="2026-07-08T15:18:23.265" v="1455" actId="478"/>
          <ac:picMkLst>
            <pc:docMk/>
            <pc:sldMk cId="1124479357" sldId="353"/>
            <ac:picMk id="4" creationId="{A82D04D1-2658-C011-EE60-C7492D7A57B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28A313-AB4A-4886-6E95-BA7111E11C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5BAAA7-6604-4EF6-8153-9BAB3195EB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15E1C5-422C-4973-A794-3AE1DDD6420B}" type="datetime1">
              <a:rPr lang="en-US" smtClean="0"/>
              <a:t>7/8/2026</a:t>
            </a:fld>
            <a:endParaRPr lang="en-US"/>
          </a:p>
        </p:txBody>
      </p:sp>
      <p:sp>
        <p:nvSpPr>
          <p:cNvPr id="4" name="Footer Placeholder 3">
            <a:extLst>
              <a:ext uri="{FF2B5EF4-FFF2-40B4-BE49-F238E27FC236}">
                <a16:creationId xmlns:a16="http://schemas.microsoft.com/office/drawing/2014/main" id="{DB700240-1472-49A9-8174-56ADD4F623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Hoang Bao Long</a:t>
            </a:r>
          </a:p>
        </p:txBody>
      </p:sp>
      <p:sp>
        <p:nvSpPr>
          <p:cNvPr id="5" name="Slide Number Placeholder 4">
            <a:extLst>
              <a:ext uri="{FF2B5EF4-FFF2-40B4-BE49-F238E27FC236}">
                <a16:creationId xmlns:a16="http://schemas.microsoft.com/office/drawing/2014/main" id="{AD7662B2-6837-1EE3-6234-AD5B7D92D3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0270B5-77F3-4CDC-953E-0CF1748E13BD}" type="slidenum">
              <a:rPr lang="en-US" smtClean="0"/>
              <a:t>‹#›</a:t>
            </a:fld>
            <a:endParaRPr lang="en-US"/>
          </a:p>
        </p:txBody>
      </p:sp>
    </p:spTree>
    <p:extLst>
      <p:ext uri="{BB962C8B-B14F-4D97-AF65-F5344CB8AC3E}">
        <p14:creationId xmlns:p14="http://schemas.microsoft.com/office/powerpoint/2010/main" val="1002545386"/>
      </p:ext>
    </p:extLst>
  </p:cSld>
  <p:clrMap bg1="lt1" tx1="dk1" bg2="lt2" tx2="dk2" accent1="accent1" accent2="accent2" accent3="accent3" accent4="accent4" accent5="accent5" accent6="accent6" hlink="hlink" folHlink="folHlink"/>
  <p:hf sldNum="0"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E9083-10FD-4ADC-A214-01D2E48A76FF}" type="datetime1">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Hoang Bao Long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3E785-2596-4198-A895-D85BD2AD3D4F}" type="slidenum">
              <a:rPr lang="en-US" smtClean="0"/>
              <a:t>‹#›</a:t>
            </a:fld>
            <a:endParaRPr lang="en-US"/>
          </a:p>
        </p:txBody>
      </p:sp>
    </p:spTree>
    <p:extLst>
      <p:ext uri="{BB962C8B-B14F-4D97-AF65-F5344CB8AC3E}">
        <p14:creationId xmlns:p14="http://schemas.microsoft.com/office/powerpoint/2010/main" val="2938615255"/>
      </p:ext>
    </p:extLst>
  </p:cSld>
  <p:clrMap bg1="lt1" tx1="dk1" bg2="lt2" tx2="dk2" accent1="accent1" accent2="accent2" accent3="accent3" accent4="accent4" accent5="accent5" accent6="accent6" hlink="hlink" folHlink="folHlink"/>
  <p:hf sldNum="0"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FF9299D3-E271-4D4C-8BD9-8378248ADA10}" type="datetime1">
              <a:rPr lang="en-US" smtClean="0"/>
              <a:t>7/8/2026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14627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1D65CF09-3156-4616-9D81-2AB4C2BDCD60}" type="datetime1">
              <a:rPr lang="en-US" smtClean="0"/>
              <a:t>7/8/2026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1053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F52825FA-5EFF-4DDB-BCFB-D830857D5FC0}" type="datetime1">
              <a:rPr lang="en-US" smtClean="0"/>
              <a:t>7/8/2026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684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6651B90A-1B70-4C08-A098-8354AD0928DA}" type="datetime1">
              <a:rPr lang="en-US" smtClean="0"/>
              <a:t>7/8/2026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88230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F12B0BDD-D436-4298-B616-9DAA33C3D00A}" type="datetime1">
              <a:rPr lang="en-US" smtClean="0"/>
              <a:t>7/8/2026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r>
              <a:rPr lang="en-US"/>
              <a:t>@copyright Hoang Bao Long</a:t>
            </a:r>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59211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02860229-39DD-41F1-A1E6-F390BDA31A5A}" type="datetime1">
              <a:rPr lang="en-US" smtClean="0"/>
              <a:t>7/8/2026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r>
              <a:rPr lang="en-US"/>
              <a:t>@copyright Hoang Bao Long</a:t>
            </a:r>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47027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FA555D62-EB9B-49DB-BBE4-A6D83FB9FA02}" type="datetime1">
              <a:rPr lang="en-US" smtClean="0"/>
              <a:t>7/8/2026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r>
              <a:rPr lang="en-US"/>
              <a:t>@copyright Hoang Bao Long</a:t>
            </a:r>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2384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A15C6309-48C0-4910-835C-8068FA185FA1}" type="datetime1">
              <a:rPr lang="en-US" smtClean="0"/>
              <a:t>7/8/2026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95836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1E380A3A-F218-46CF-9FB6-367A62777DF2}" type="datetime1">
              <a:rPr lang="en-US" smtClean="0"/>
              <a:t>7/8/2026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42787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37A356EB-9B7D-4B30-AE30-DF88A0B1E3D2}" type="datetime1">
              <a:rPr lang="en-US" smtClean="0"/>
              <a:t>7/8/2026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34231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3D72AD41-4989-4FE3-AEB6-73E4494D7107}" type="datetime1">
              <a:rPr lang="en-US" smtClean="0"/>
              <a:t>7/8/2026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475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8A1965F7-468B-45A3-B0F4-DFC01DE09C9D}" type="datetime1">
              <a:rPr lang="en-US" smtClean="0"/>
              <a:t>7/8/2026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r>
              <a:rPr lang="en-US"/>
              <a:t>@copyright Hoang Bao Long</a:t>
            </a:r>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0131808"/>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46" r:id="rId6"/>
    <p:sldLayoutId id="2147483742" r:id="rId7"/>
    <p:sldLayoutId id="2147483743" r:id="rId8"/>
    <p:sldLayoutId id="2147483744" r:id="rId9"/>
    <p:sldLayoutId id="2147483745" r:id="rId10"/>
    <p:sldLayoutId id="2147483747" r:id="rId11"/>
  </p:sldLayoutIdLst>
  <p:hf hdr="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6EEC4B7E-81FC-57AF-108B-2BC472A1C19D}"/>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C5EEF-F96F-A9D9-A3EF-1C39A7453AA4}"/>
              </a:ext>
            </a:extLst>
          </p:cNvPr>
          <p:cNvSpPr>
            <a:spLocks noGrp="1"/>
          </p:cNvSpPr>
          <p:nvPr>
            <p:ph type="ctrTitle"/>
          </p:nvPr>
        </p:nvSpPr>
        <p:spPr>
          <a:xfrm>
            <a:off x="517870" y="978408"/>
            <a:ext cx="5021182" cy="2620670"/>
          </a:xfrm>
        </p:spPr>
        <p:txBody>
          <a:bodyPr anchor="t">
            <a:normAutofit/>
          </a:bodyPr>
          <a:lstStyle/>
          <a:p>
            <a:pPr>
              <a:lnSpc>
                <a:spcPct val="90000"/>
              </a:lnSpc>
            </a:pPr>
            <a:r>
              <a:rPr lang="vi-VN" sz="6000" dirty="0">
                <a:solidFill>
                  <a:srgbClr val="FFFFFF"/>
                </a:solidFill>
              </a:rPr>
              <a:t>AMBA AHB</a:t>
            </a:r>
            <a:endParaRPr lang="en-US" sz="6000" dirty="0">
              <a:solidFill>
                <a:srgbClr val="FFFFFF"/>
              </a:solidFill>
            </a:endParaRPr>
          </a:p>
        </p:txBody>
      </p:sp>
      <p:sp>
        <p:nvSpPr>
          <p:cNvPr id="3" name="Subtitle 2">
            <a:extLst>
              <a:ext uri="{FF2B5EF4-FFF2-40B4-BE49-F238E27FC236}">
                <a16:creationId xmlns:a16="http://schemas.microsoft.com/office/drawing/2014/main" id="{562066D8-E419-ECC2-DE2A-D89ADAF26820}"/>
              </a:ext>
            </a:extLst>
          </p:cNvPr>
          <p:cNvSpPr>
            <a:spLocks noGrp="1"/>
          </p:cNvSpPr>
          <p:nvPr>
            <p:ph type="subTitle" idx="1"/>
          </p:nvPr>
        </p:nvSpPr>
        <p:spPr>
          <a:xfrm>
            <a:off x="6652366" y="4108182"/>
            <a:ext cx="5040785" cy="1828799"/>
          </a:xfrm>
        </p:spPr>
        <p:txBody>
          <a:bodyPr anchor="b">
            <a:normAutofit/>
          </a:bodyPr>
          <a:lstStyle/>
          <a:p>
            <a:r>
              <a:rPr lang="en-US" b="1">
                <a:solidFill>
                  <a:srgbClr val="FFFFFF"/>
                </a:solidFill>
              </a:rPr>
              <a:t>Digital VLSI Design </a:t>
            </a:r>
          </a:p>
          <a:p>
            <a:r>
              <a:rPr lang="en-US" b="1">
                <a:solidFill>
                  <a:srgbClr val="FFFFFF"/>
                </a:solidFill>
              </a:rPr>
              <a:t>Actor: Hoang Bao Long</a:t>
            </a:r>
          </a:p>
        </p:txBody>
      </p:sp>
      <p:sp>
        <p:nvSpPr>
          <p:cNvPr id="9" name="Footer Placeholder 8">
            <a:extLst>
              <a:ext uri="{FF2B5EF4-FFF2-40B4-BE49-F238E27FC236}">
                <a16:creationId xmlns:a16="http://schemas.microsoft.com/office/drawing/2014/main" id="{1D3468A8-873C-A679-75EB-488EB0F79A0F}"/>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827F3692-F537-8A04-DAA9-BD16A7931D7A}"/>
              </a:ext>
            </a:extLst>
          </p:cNvPr>
          <p:cNvSpPr>
            <a:spLocks noGrp="1"/>
          </p:cNvSpPr>
          <p:nvPr>
            <p:ph type="dt" sz="half" idx="10"/>
          </p:nvPr>
        </p:nvSpPr>
        <p:spPr>
          <a:xfrm>
            <a:off x="521208" y="6419088"/>
            <a:ext cx="2743200" cy="365125"/>
          </a:xfrm>
        </p:spPr>
        <p:txBody>
          <a:bodyPr>
            <a:normAutofit/>
          </a:bodyPr>
          <a:lstStyle/>
          <a:p>
            <a:pPr>
              <a:spcAft>
                <a:spcPts val="600"/>
              </a:spcAft>
            </a:pPr>
            <a:fld id="{FCED49C6-D2D7-4BE3-97DE-E79A1300023E}"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76B77D16-7AF0-6453-25FD-B9471912470E}"/>
              </a:ext>
            </a:extLst>
          </p:cNvPr>
          <p:cNvSpPr>
            <a:spLocks noGrp="1"/>
          </p:cNvSpPr>
          <p:nvPr>
            <p:ph type="sldNum" sz="quarter" idx="12"/>
          </p:nvPr>
        </p:nvSpPr>
        <p:spPr/>
        <p:txBody>
          <a:bodyPr/>
          <a:lstStyle/>
          <a:p>
            <a:fld id="{148CC95F-0247-41B6-91CF-DC97C76A7088}" type="slidenum">
              <a:rPr lang="en-US" smtClean="0"/>
              <a:t>1</a:t>
            </a:fld>
            <a:endParaRPr lang="en-US"/>
          </a:p>
        </p:txBody>
      </p:sp>
    </p:spTree>
    <p:extLst>
      <p:ext uri="{BB962C8B-B14F-4D97-AF65-F5344CB8AC3E}">
        <p14:creationId xmlns:p14="http://schemas.microsoft.com/office/powerpoint/2010/main" val="6580889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553B9D-3329-047E-8835-54B605B6E1BB}"/>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457EC4F2-1531-E76F-ED5C-A0F2FF55E890}"/>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D714D7-1B7C-890F-BF3D-2967DBF8E806}"/>
              </a:ext>
            </a:extLst>
          </p:cNvPr>
          <p:cNvSpPr>
            <a:spLocks noGrp="1"/>
          </p:cNvSpPr>
          <p:nvPr>
            <p:ph type="ctrTitle"/>
          </p:nvPr>
        </p:nvSpPr>
        <p:spPr>
          <a:xfrm>
            <a:off x="517870" y="978408"/>
            <a:ext cx="5021182" cy="2620670"/>
          </a:xfrm>
        </p:spPr>
        <p:txBody>
          <a:bodyPr anchor="t">
            <a:normAutofit/>
          </a:bodyPr>
          <a:lstStyle/>
          <a:p>
            <a:r>
              <a:rPr lang="en-US" sz="4000" dirty="0">
                <a:solidFill>
                  <a:srgbClr val="FFFFFF"/>
                </a:solidFill>
              </a:rPr>
              <a:t>1. Specifications</a:t>
            </a:r>
          </a:p>
        </p:txBody>
      </p:sp>
      <p:sp>
        <p:nvSpPr>
          <p:cNvPr id="3" name="Subtitle 2">
            <a:extLst>
              <a:ext uri="{FF2B5EF4-FFF2-40B4-BE49-F238E27FC236}">
                <a16:creationId xmlns:a16="http://schemas.microsoft.com/office/drawing/2014/main" id="{AFE19C6C-B6CF-8C37-E6B1-4DA5030FD483}"/>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E96CBE2F-E5E3-0CBE-B35F-BB45915CF86C}"/>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6F70A378-24C3-CF11-DC48-C115A5B5D4EA}"/>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1828D1BF-9C91-AB3F-B6A7-146B6A50E917}"/>
              </a:ext>
            </a:extLst>
          </p:cNvPr>
          <p:cNvSpPr>
            <a:spLocks noGrp="1"/>
          </p:cNvSpPr>
          <p:nvPr>
            <p:ph type="sldNum" sz="quarter" idx="12"/>
          </p:nvPr>
        </p:nvSpPr>
        <p:spPr/>
        <p:txBody>
          <a:bodyPr/>
          <a:lstStyle/>
          <a:p>
            <a:fld id="{148CC95F-0247-41B6-91CF-DC97C76A7088}" type="slidenum">
              <a:rPr lang="en-US" smtClean="0"/>
              <a:t>2</a:t>
            </a:fld>
            <a:endParaRPr lang="en-US"/>
          </a:p>
        </p:txBody>
      </p:sp>
    </p:spTree>
    <p:extLst>
      <p:ext uri="{BB962C8B-B14F-4D97-AF65-F5344CB8AC3E}">
        <p14:creationId xmlns:p14="http://schemas.microsoft.com/office/powerpoint/2010/main" val="9747811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0AB8-8443-81DD-7370-31D74F0DFBC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74D99196-F38A-63E9-0CFF-A88A1E292C81}"/>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72F3E660-7C2D-C102-38FC-4513397F776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E6FB2C6-8F21-42DE-3499-04660327A576}"/>
              </a:ext>
            </a:extLst>
          </p:cNvPr>
          <p:cNvSpPr>
            <a:spLocks noGrp="1"/>
          </p:cNvSpPr>
          <p:nvPr>
            <p:ph type="sldNum" sz="quarter" idx="12"/>
          </p:nvPr>
        </p:nvSpPr>
        <p:spPr/>
        <p:txBody>
          <a:bodyPr/>
          <a:lstStyle/>
          <a:p>
            <a:fld id="{148CC95F-0247-41B6-91CF-DC97C76A7088}" type="slidenum">
              <a:rPr lang="en-US" smtClean="0"/>
              <a:t>3</a:t>
            </a:fld>
            <a:endParaRPr lang="en-US"/>
          </a:p>
        </p:txBody>
      </p:sp>
      <p:sp>
        <p:nvSpPr>
          <p:cNvPr id="6" name="TextBox 5">
            <a:extLst>
              <a:ext uri="{FF2B5EF4-FFF2-40B4-BE49-F238E27FC236}">
                <a16:creationId xmlns:a16="http://schemas.microsoft.com/office/drawing/2014/main" id="{07D5FADE-F0AE-82FA-D05D-96DE0D65BE6D}"/>
              </a:ext>
            </a:extLst>
          </p:cNvPr>
          <p:cNvSpPr txBox="1"/>
          <p:nvPr/>
        </p:nvSpPr>
        <p:spPr>
          <a:xfrm>
            <a:off x="521208" y="2505670"/>
            <a:ext cx="11125202" cy="923330"/>
          </a:xfrm>
          <a:prstGeom prst="rect">
            <a:avLst/>
          </a:prstGeom>
          <a:noFill/>
        </p:spPr>
        <p:txBody>
          <a:bodyPr wrap="square">
            <a:spAutoFit/>
          </a:bodyPr>
          <a:lstStyle/>
          <a:p>
            <a:pPr algn="just"/>
            <a:r>
              <a:rPr lang="en-US" dirty="0"/>
              <a:t>The AHB protocol is a bus architecture designed for high-performance, high-clock frequency system modules. It serves as an efficient system backbone for connecting processors, on-chip memories, and peripherals that require medium to high bandwidth communication.</a:t>
            </a:r>
            <a:endParaRPr lang="en-US" dirty="0">
              <a:latin typeface="+mj-lt"/>
            </a:endParaRPr>
          </a:p>
        </p:txBody>
      </p:sp>
      <p:sp>
        <p:nvSpPr>
          <p:cNvPr id="10" name="TextBox 9">
            <a:extLst>
              <a:ext uri="{FF2B5EF4-FFF2-40B4-BE49-F238E27FC236}">
                <a16:creationId xmlns:a16="http://schemas.microsoft.com/office/drawing/2014/main" id="{03E1C6B5-93F7-ED32-44B3-58B1A56CABEE}"/>
              </a:ext>
            </a:extLst>
          </p:cNvPr>
          <p:cNvSpPr txBox="1"/>
          <p:nvPr/>
        </p:nvSpPr>
        <p:spPr>
          <a:xfrm>
            <a:off x="521208" y="3784038"/>
            <a:ext cx="11125202" cy="2031325"/>
          </a:xfrm>
          <a:prstGeom prst="rect">
            <a:avLst/>
          </a:prstGeom>
          <a:noFill/>
        </p:spPr>
        <p:txBody>
          <a:bodyPr wrap="square">
            <a:spAutoFit/>
          </a:bodyPr>
          <a:lstStyle/>
          <a:p>
            <a:pPr algn="l">
              <a:buNone/>
            </a:pPr>
            <a:r>
              <a:rPr lang="en-US" b="0" i="0" dirty="0">
                <a:solidFill>
                  <a:srgbClr val="333333"/>
                </a:solidFill>
                <a:effectLst/>
                <a:latin typeface="Arial (Body)"/>
              </a:rPr>
              <a:t>Key features of AHB include:</a:t>
            </a:r>
          </a:p>
          <a:p>
            <a:pPr marL="285750" indent="-285750" algn="just">
              <a:buFont typeface="Arial" panose="020B0604020202020204" pitchFamily="34" charset="0"/>
              <a:buChar char="•"/>
            </a:pPr>
            <a:r>
              <a:rPr lang="en-US" b="0" i="0" dirty="0">
                <a:solidFill>
                  <a:srgbClr val="333333"/>
                </a:solidFill>
                <a:effectLst/>
                <a:latin typeface="Arial (Body)"/>
              </a:rPr>
              <a:t>Pipelined operations allowing overlapping address and data </a:t>
            </a:r>
            <a:r>
              <a:rPr lang="vi-VN" b="0" i="0" dirty="0">
                <a:solidFill>
                  <a:srgbClr val="333333"/>
                </a:solidFill>
                <a:effectLst/>
                <a:latin typeface="Arial (Body)"/>
              </a:rPr>
              <a:t>phases.</a:t>
            </a:r>
            <a:endParaRPr lang="en-US" b="0" i="0" dirty="0">
              <a:solidFill>
                <a:srgbClr val="333333"/>
              </a:solidFill>
              <a:effectLst/>
              <a:latin typeface="Arial (Body)"/>
            </a:endParaRPr>
          </a:p>
          <a:p>
            <a:pPr marL="285750" indent="-285750" algn="just">
              <a:buFont typeface="Arial" panose="020B0604020202020204" pitchFamily="34" charset="0"/>
              <a:buChar char="•"/>
            </a:pPr>
            <a:r>
              <a:rPr lang="en-US" b="0" i="0" dirty="0">
                <a:solidFill>
                  <a:srgbClr val="333333"/>
                </a:solidFill>
                <a:effectLst/>
                <a:latin typeface="Arial (Body)"/>
              </a:rPr>
              <a:t>Burst transfers for efficient block data </a:t>
            </a:r>
            <a:r>
              <a:rPr lang="vi-VN" b="0" i="0" dirty="0">
                <a:solidFill>
                  <a:srgbClr val="333333"/>
                </a:solidFill>
                <a:effectLst/>
                <a:latin typeface="Arial (Body)"/>
              </a:rPr>
              <a:t>movement.</a:t>
            </a:r>
            <a:endParaRPr lang="en-US" b="0" i="0" dirty="0">
              <a:solidFill>
                <a:srgbClr val="333333"/>
              </a:solidFill>
              <a:effectLst/>
              <a:latin typeface="Arial (Body)"/>
            </a:endParaRPr>
          </a:p>
          <a:p>
            <a:pPr marL="285750" indent="-285750" algn="just">
              <a:buFont typeface="Arial" panose="020B0604020202020204" pitchFamily="34" charset="0"/>
              <a:buChar char="•"/>
            </a:pPr>
            <a:r>
              <a:rPr lang="en-US" b="0" i="0" dirty="0">
                <a:solidFill>
                  <a:srgbClr val="333333"/>
                </a:solidFill>
                <a:effectLst/>
                <a:latin typeface="Arial (Body)"/>
              </a:rPr>
              <a:t>Single-clock edge </a:t>
            </a:r>
            <a:r>
              <a:rPr lang="vi-VN" b="0" i="0" dirty="0">
                <a:solidFill>
                  <a:srgbClr val="333333"/>
                </a:solidFill>
                <a:effectLst/>
                <a:latin typeface="Arial (Body)"/>
              </a:rPr>
              <a:t>operation.</a:t>
            </a:r>
            <a:endParaRPr lang="en-US" b="0" i="0" dirty="0">
              <a:solidFill>
                <a:srgbClr val="333333"/>
              </a:solidFill>
              <a:effectLst/>
              <a:latin typeface="Arial (Body)"/>
            </a:endParaRPr>
          </a:p>
          <a:p>
            <a:pPr marL="285750" indent="-285750" algn="just">
              <a:buFont typeface="Arial" panose="020B0604020202020204" pitchFamily="34" charset="0"/>
              <a:buChar char="•"/>
            </a:pPr>
            <a:r>
              <a:rPr lang="en-US" b="0" i="0" dirty="0">
                <a:solidFill>
                  <a:srgbClr val="333333"/>
                </a:solidFill>
                <a:effectLst/>
                <a:latin typeface="Arial (Body)"/>
              </a:rPr>
              <a:t>Non-tristate </a:t>
            </a:r>
            <a:r>
              <a:rPr lang="en-US" b="0" i="0" dirty="0" err="1">
                <a:solidFill>
                  <a:srgbClr val="333333"/>
                </a:solidFill>
                <a:effectLst/>
                <a:latin typeface="Arial (Body)"/>
              </a:rPr>
              <a:t>impl</a:t>
            </a:r>
            <a:r>
              <a:rPr lang="vi-VN" b="0" i="0" dirty="0">
                <a:solidFill>
                  <a:srgbClr val="333333"/>
                </a:solidFill>
                <a:effectLst/>
                <a:latin typeface="Arial (Body)"/>
              </a:rPr>
              <a:t>ementation.</a:t>
            </a:r>
          </a:p>
          <a:p>
            <a:pPr marL="285750" indent="-285750" algn="just">
              <a:buFont typeface="Arial" panose="020B0604020202020204" pitchFamily="34" charset="0"/>
              <a:buChar char="•"/>
            </a:pPr>
            <a:r>
              <a:rPr lang="en-US" dirty="0"/>
              <a:t>Configurable data bus widths </a:t>
            </a:r>
            <a:endParaRPr lang="vi-VN" dirty="0"/>
          </a:p>
          <a:p>
            <a:pPr marL="285750" indent="-285750" algn="just">
              <a:buFont typeface="Arial" panose="020B0604020202020204" pitchFamily="34" charset="0"/>
              <a:buChar char="•"/>
            </a:pPr>
            <a:r>
              <a:rPr lang="en-US" dirty="0"/>
              <a:t>Configurable address bus widths</a:t>
            </a:r>
            <a:endParaRPr lang="en-US" b="0" i="0" dirty="0">
              <a:solidFill>
                <a:srgbClr val="333333"/>
              </a:solidFill>
              <a:effectLst/>
              <a:latin typeface="Arial (Body)"/>
            </a:endParaRPr>
          </a:p>
        </p:txBody>
      </p:sp>
      <p:sp>
        <p:nvSpPr>
          <p:cNvPr id="12" name="Title 1">
            <a:extLst>
              <a:ext uri="{FF2B5EF4-FFF2-40B4-BE49-F238E27FC236}">
                <a16:creationId xmlns:a16="http://schemas.microsoft.com/office/drawing/2014/main" id="{F2C046AE-5474-0FD7-2DB5-8B82B227E1F1}"/>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1.1. Key features of AMBA AHB protocol</a:t>
            </a:r>
            <a:endParaRPr lang="en-US" sz="2600" b="1" dirty="0"/>
          </a:p>
        </p:txBody>
      </p:sp>
    </p:spTree>
    <p:extLst>
      <p:ext uri="{BB962C8B-B14F-4D97-AF65-F5344CB8AC3E}">
        <p14:creationId xmlns:p14="http://schemas.microsoft.com/office/powerpoint/2010/main" val="3003564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DCAA-5BC2-2705-55B1-4396BC2C4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1EADD-2D39-C8CB-7760-0A5E26606626}"/>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5F58ADF6-F658-F8A4-8CFC-0F97C9AE9E8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F1E70E7-FD0B-FB3D-B843-7F6F8CD355B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AA702065-B387-AD73-C6EF-3BBB0660D537}"/>
              </a:ext>
            </a:extLst>
          </p:cNvPr>
          <p:cNvSpPr>
            <a:spLocks noGrp="1"/>
          </p:cNvSpPr>
          <p:nvPr>
            <p:ph type="sldNum" sz="quarter" idx="12"/>
          </p:nvPr>
        </p:nvSpPr>
        <p:spPr/>
        <p:txBody>
          <a:bodyPr/>
          <a:lstStyle/>
          <a:p>
            <a:fld id="{148CC95F-0247-41B6-91CF-DC97C76A7088}" type="slidenum">
              <a:rPr lang="en-US" smtClean="0"/>
              <a:t>4</a:t>
            </a:fld>
            <a:endParaRPr lang="en-US"/>
          </a:p>
        </p:txBody>
      </p:sp>
      <p:pic>
        <p:nvPicPr>
          <p:cNvPr id="3" name="Picture 2">
            <a:extLst>
              <a:ext uri="{FF2B5EF4-FFF2-40B4-BE49-F238E27FC236}">
                <a16:creationId xmlns:a16="http://schemas.microsoft.com/office/drawing/2014/main" id="{3F411600-6953-DBC1-CDBE-F55BB8F39EDC}"/>
              </a:ext>
            </a:extLst>
          </p:cNvPr>
          <p:cNvPicPr>
            <a:picLocks noChangeAspect="1"/>
          </p:cNvPicPr>
          <p:nvPr/>
        </p:nvPicPr>
        <p:blipFill>
          <a:blip r:embed="rId2"/>
          <a:stretch>
            <a:fillRect/>
          </a:stretch>
        </p:blipFill>
        <p:spPr>
          <a:xfrm>
            <a:off x="5968625" y="2347402"/>
            <a:ext cx="6001857" cy="3223219"/>
          </a:xfrm>
          <a:prstGeom prst="rect">
            <a:avLst/>
          </a:prstGeom>
        </p:spPr>
      </p:pic>
      <p:sp>
        <p:nvSpPr>
          <p:cNvPr id="4" name="TextBox 3">
            <a:extLst>
              <a:ext uri="{FF2B5EF4-FFF2-40B4-BE49-F238E27FC236}">
                <a16:creationId xmlns:a16="http://schemas.microsoft.com/office/drawing/2014/main" id="{9A4BFEA7-FA11-8C09-1337-DFE583B5C2E4}"/>
              </a:ext>
            </a:extLst>
          </p:cNvPr>
          <p:cNvSpPr txBox="1"/>
          <p:nvPr/>
        </p:nvSpPr>
        <p:spPr>
          <a:xfrm>
            <a:off x="533400" y="2347402"/>
            <a:ext cx="5319963" cy="2862322"/>
          </a:xfrm>
          <a:prstGeom prst="rect">
            <a:avLst/>
          </a:prstGeom>
          <a:noFill/>
        </p:spPr>
        <p:txBody>
          <a:bodyPr wrap="square">
            <a:spAutoFit/>
          </a:bodyPr>
          <a:lstStyle/>
          <a:p>
            <a:pPr algn="l">
              <a:buNone/>
            </a:pPr>
            <a:r>
              <a:rPr lang="en-US" b="0" i="0">
                <a:solidFill>
                  <a:srgbClr val="333333"/>
                </a:solidFill>
                <a:effectLst/>
                <a:latin typeface="+mj-lt"/>
              </a:rPr>
              <a:t>The AHB system consists of masters, slaves, and infrastructure components:</a:t>
            </a:r>
          </a:p>
          <a:p>
            <a:pPr algn="l">
              <a:buFont typeface="+mj-lt"/>
              <a:buAutoNum type="arabicPeriod"/>
            </a:pPr>
            <a:r>
              <a:rPr lang="en-US" b="1" i="0">
                <a:solidFill>
                  <a:srgbClr val="333333"/>
                </a:solidFill>
                <a:effectLst/>
                <a:latin typeface="+mj-lt"/>
              </a:rPr>
              <a:t>Masters</a:t>
            </a:r>
            <a:r>
              <a:rPr lang="en-US" b="0" i="0">
                <a:solidFill>
                  <a:srgbClr val="333333"/>
                </a:solidFill>
                <a:effectLst/>
                <a:latin typeface="+mj-lt"/>
              </a:rPr>
              <a:t>: Initiate read and write operations (processors, DMA controllers)</a:t>
            </a:r>
          </a:p>
          <a:p>
            <a:pPr algn="l">
              <a:buFont typeface="+mj-lt"/>
              <a:buAutoNum type="arabicPeriod"/>
            </a:pPr>
            <a:r>
              <a:rPr lang="en-US" b="1" i="0">
                <a:solidFill>
                  <a:srgbClr val="333333"/>
                </a:solidFill>
                <a:effectLst/>
                <a:latin typeface="+mj-lt"/>
              </a:rPr>
              <a:t>Slaves</a:t>
            </a:r>
            <a:r>
              <a:rPr lang="en-US" b="0" i="0">
                <a:solidFill>
                  <a:srgbClr val="333333"/>
                </a:solidFill>
                <a:effectLst/>
                <a:latin typeface="+mj-lt"/>
              </a:rPr>
              <a:t>: Respond to read/write operations (memories, peripherals)</a:t>
            </a:r>
          </a:p>
          <a:p>
            <a:pPr algn="l">
              <a:buFont typeface="+mj-lt"/>
              <a:buAutoNum type="arabicPeriod"/>
            </a:pPr>
            <a:r>
              <a:rPr lang="en-US" b="1" i="0">
                <a:solidFill>
                  <a:srgbClr val="333333"/>
                </a:solidFill>
                <a:effectLst/>
                <a:latin typeface="+mj-lt"/>
              </a:rPr>
              <a:t>Decoder</a:t>
            </a:r>
            <a:r>
              <a:rPr lang="en-US" b="0" i="0">
                <a:solidFill>
                  <a:srgbClr val="333333"/>
                </a:solidFill>
                <a:effectLst/>
                <a:latin typeface="+mj-lt"/>
              </a:rPr>
              <a:t>: Determines which slave should respond to a transaction</a:t>
            </a:r>
          </a:p>
          <a:p>
            <a:pPr algn="l">
              <a:buFont typeface="+mj-lt"/>
              <a:buAutoNum type="arabicPeriod"/>
            </a:pPr>
            <a:r>
              <a:rPr lang="en-US" b="1" i="0">
                <a:solidFill>
                  <a:srgbClr val="333333"/>
                </a:solidFill>
                <a:effectLst/>
                <a:latin typeface="+mj-lt"/>
              </a:rPr>
              <a:t>Multiplexor</a:t>
            </a:r>
            <a:r>
              <a:rPr lang="en-US" b="0" i="0">
                <a:solidFill>
                  <a:srgbClr val="333333"/>
                </a:solidFill>
                <a:effectLst/>
                <a:latin typeface="+mj-lt"/>
              </a:rPr>
              <a:t>: Routes the selected master's signals to all slaves</a:t>
            </a:r>
          </a:p>
        </p:txBody>
      </p:sp>
      <p:sp>
        <p:nvSpPr>
          <p:cNvPr id="5" name="Title 1">
            <a:extLst>
              <a:ext uri="{FF2B5EF4-FFF2-40B4-BE49-F238E27FC236}">
                <a16:creationId xmlns:a16="http://schemas.microsoft.com/office/drawing/2014/main" id="{58BA5456-015C-806B-FCEE-B12C9F1E774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Architecture of AMBA AHB</a:t>
            </a:r>
            <a:endParaRPr lang="en-US" sz="2600" b="1" dirty="0"/>
          </a:p>
        </p:txBody>
      </p:sp>
    </p:spTree>
    <p:extLst>
      <p:ext uri="{BB962C8B-B14F-4D97-AF65-F5344CB8AC3E}">
        <p14:creationId xmlns:p14="http://schemas.microsoft.com/office/powerpoint/2010/main" val="1463632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0F8E-82F7-F845-2F22-A757A668D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C7435-4EC6-E6A1-0B07-FC34379A2FF4}"/>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2C12296D-DC8B-03BC-12DA-D672A298CCC5}"/>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0D45823E-3BE8-F4D1-1866-906DA8FD123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10D6D9A-5437-1B2A-9701-2558BE164983}"/>
              </a:ext>
            </a:extLst>
          </p:cNvPr>
          <p:cNvSpPr>
            <a:spLocks noGrp="1"/>
          </p:cNvSpPr>
          <p:nvPr>
            <p:ph type="sldNum" sz="quarter" idx="12"/>
          </p:nvPr>
        </p:nvSpPr>
        <p:spPr/>
        <p:txBody>
          <a:bodyPr/>
          <a:lstStyle/>
          <a:p>
            <a:fld id="{148CC95F-0247-41B6-91CF-DC97C76A7088}" type="slidenum">
              <a:rPr lang="en-US" smtClean="0"/>
              <a:t>5</a:t>
            </a:fld>
            <a:endParaRPr lang="en-US"/>
          </a:p>
        </p:txBody>
      </p:sp>
      <p:sp>
        <p:nvSpPr>
          <p:cNvPr id="3" name="TextBox 2">
            <a:extLst>
              <a:ext uri="{FF2B5EF4-FFF2-40B4-BE49-F238E27FC236}">
                <a16:creationId xmlns:a16="http://schemas.microsoft.com/office/drawing/2014/main" id="{D7B64C97-42CD-2F52-87FD-A04AE3EAC6BF}"/>
              </a:ext>
            </a:extLst>
          </p:cNvPr>
          <p:cNvSpPr txBox="1"/>
          <p:nvPr/>
        </p:nvSpPr>
        <p:spPr>
          <a:xfrm>
            <a:off x="521208" y="2309297"/>
            <a:ext cx="11125202" cy="646331"/>
          </a:xfrm>
          <a:prstGeom prst="rect">
            <a:avLst/>
          </a:prstGeom>
          <a:noFill/>
        </p:spPr>
        <p:txBody>
          <a:bodyPr wrap="square">
            <a:spAutoFit/>
          </a:bodyPr>
          <a:lstStyle/>
          <a:p>
            <a:pPr algn="just"/>
            <a:r>
              <a:rPr lang="en-US" dirty="0"/>
              <a:t>A Manager provides address and control information to initiate read and write operations. Figure </a:t>
            </a:r>
            <a:r>
              <a:rPr lang="vi-VN" dirty="0"/>
              <a:t>below</a:t>
            </a:r>
            <a:r>
              <a:rPr lang="en-US" dirty="0"/>
              <a:t> shows a Manager interface.</a:t>
            </a:r>
            <a:endParaRPr lang="en-US" b="0" i="0" dirty="0">
              <a:solidFill>
                <a:srgbClr val="333333"/>
              </a:solidFill>
              <a:effectLst/>
              <a:latin typeface="+mj-lt"/>
            </a:endParaRPr>
          </a:p>
        </p:txBody>
      </p:sp>
      <p:pic>
        <p:nvPicPr>
          <p:cNvPr id="4" name="Picture 4">
            <a:extLst>
              <a:ext uri="{FF2B5EF4-FFF2-40B4-BE49-F238E27FC236}">
                <a16:creationId xmlns:a16="http://schemas.microsoft.com/office/drawing/2014/main" id="{3BC6C4A3-C541-500C-B0F6-C0DC629CFF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2663"/>
          <a:stretch>
            <a:fillRect/>
          </a:stretch>
        </p:blipFill>
        <p:spPr bwMode="auto">
          <a:xfrm>
            <a:off x="1833879" y="3265227"/>
            <a:ext cx="8499858" cy="309418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30E7FD2-FC20-9701-51D8-CC2A7BA2963F}"/>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Architecture of AMBA AHB</a:t>
            </a:r>
            <a:endParaRPr lang="en-US" sz="2600" b="1" dirty="0"/>
          </a:p>
        </p:txBody>
      </p:sp>
    </p:spTree>
    <p:extLst>
      <p:ext uri="{BB962C8B-B14F-4D97-AF65-F5344CB8AC3E}">
        <p14:creationId xmlns:p14="http://schemas.microsoft.com/office/powerpoint/2010/main" val="359322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530F-E6AA-F7D9-D498-E3912FACD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3E080-5557-0D0C-9CF2-12D185B8F24D}"/>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32C721CD-11F3-B712-EDE4-11DDF491233A}"/>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2C085B2-86B3-EC2E-5CFB-3BE3572932AA}"/>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0FF169C8-B334-88BF-40F2-57C652FE1862}"/>
              </a:ext>
            </a:extLst>
          </p:cNvPr>
          <p:cNvSpPr>
            <a:spLocks noGrp="1"/>
          </p:cNvSpPr>
          <p:nvPr>
            <p:ph type="sldNum" sz="quarter" idx="12"/>
          </p:nvPr>
        </p:nvSpPr>
        <p:spPr/>
        <p:txBody>
          <a:bodyPr/>
          <a:lstStyle/>
          <a:p>
            <a:fld id="{148CC95F-0247-41B6-91CF-DC97C76A7088}" type="slidenum">
              <a:rPr lang="en-US" smtClean="0"/>
              <a:t>6</a:t>
            </a:fld>
            <a:endParaRPr lang="en-US"/>
          </a:p>
        </p:txBody>
      </p:sp>
      <p:sp>
        <p:nvSpPr>
          <p:cNvPr id="3" name="Title 1">
            <a:extLst>
              <a:ext uri="{FF2B5EF4-FFF2-40B4-BE49-F238E27FC236}">
                <a16:creationId xmlns:a16="http://schemas.microsoft.com/office/drawing/2014/main" id="{BA609AE8-A6AC-0623-5307-902F1A754681}"/>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Architecture of AMBA AHB</a:t>
            </a:r>
            <a:endParaRPr lang="en-US" sz="2600" b="1" dirty="0"/>
          </a:p>
        </p:txBody>
      </p:sp>
      <p:sp>
        <p:nvSpPr>
          <p:cNvPr id="4" name="TextBox 3">
            <a:extLst>
              <a:ext uri="{FF2B5EF4-FFF2-40B4-BE49-F238E27FC236}">
                <a16:creationId xmlns:a16="http://schemas.microsoft.com/office/drawing/2014/main" id="{BF268BEE-7B85-F489-C1B9-344E67F526D8}"/>
              </a:ext>
            </a:extLst>
          </p:cNvPr>
          <p:cNvSpPr txBox="1"/>
          <p:nvPr/>
        </p:nvSpPr>
        <p:spPr>
          <a:xfrm>
            <a:off x="652271" y="2296995"/>
            <a:ext cx="11125202" cy="646331"/>
          </a:xfrm>
          <a:prstGeom prst="rect">
            <a:avLst/>
          </a:prstGeom>
          <a:noFill/>
        </p:spPr>
        <p:txBody>
          <a:bodyPr wrap="square">
            <a:spAutoFit/>
          </a:bodyPr>
          <a:lstStyle/>
          <a:p>
            <a:pPr algn="just"/>
            <a:r>
              <a:rPr lang="en-US"/>
              <a:t>A Subordinate</a:t>
            </a:r>
            <a:r>
              <a:rPr lang="vi-VN"/>
              <a:t> (Slave)</a:t>
            </a:r>
            <a:r>
              <a:rPr lang="en-US"/>
              <a:t> responds to transfers initiated by Managers in the system. The Subordinate uses the </a:t>
            </a:r>
            <a:r>
              <a:rPr lang="en-US" err="1"/>
              <a:t>HSELx</a:t>
            </a:r>
            <a:r>
              <a:rPr lang="en-US"/>
              <a:t> select signal from the decoder to control when it responds to a bus transfer.</a:t>
            </a:r>
            <a:endParaRPr lang="en-US" b="0" i="0">
              <a:solidFill>
                <a:srgbClr val="333333"/>
              </a:solidFill>
              <a:effectLst/>
              <a:latin typeface="+mj-lt"/>
            </a:endParaRPr>
          </a:p>
        </p:txBody>
      </p:sp>
      <p:sp>
        <p:nvSpPr>
          <p:cNvPr id="5" name="TextBox 4">
            <a:extLst>
              <a:ext uri="{FF2B5EF4-FFF2-40B4-BE49-F238E27FC236}">
                <a16:creationId xmlns:a16="http://schemas.microsoft.com/office/drawing/2014/main" id="{382A1B6A-5881-3534-5DA4-DBD700A5BE3B}"/>
              </a:ext>
            </a:extLst>
          </p:cNvPr>
          <p:cNvSpPr txBox="1"/>
          <p:nvPr/>
        </p:nvSpPr>
        <p:spPr>
          <a:xfrm>
            <a:off x="652270" y="3033906"/>
            <a:ext cx="5704115" cy="923330"/>
          </a:xfrm>
          <a:prstGeom prst="rect">
            <a:avLst/>
          </a:prstGeom>
          <a:noFill/>
        </p:spPr>
        <p:txBody>
          <a:bodyPr wrap="square">
            <a:spAutoFit/>
          </a:bodyPr>
          <a:lstStyle/>
          <a:p>
            <a:r>
              <a:rPr lang="en-US"/>
              <a:t>The Subordinate signals back to the Manager: </a:t>
            </a:r>
            <a:endParaRPr lang="vi-VN"/>
          </a:p>
          <a:p>
            <a:pPr marL="285750" indent="-285750">
              <a:buFont typeface="Arial" panose="020B0604020202020204" pitchFamily="34" charset="0"/>
              <a:buChar char="•"/>
            </a:pPr>
            <a:r>
              <a:rPr lang="en-US"/>
              <a:t>The completion or extension of the bus transfer. </a:t>
            </a:r>
            <a:endParaRPr lang="vi-VN"/>
          </a:p>
          <a:p>
            <a:pPr marL="285750" indent="-285750">
              <a:buFont typeface="Arial" panose="020B0604020202020204" pitchFamily="34" charset="0"/>
              <a:buChar char="•"/>
            </a:pPr>
            <a:r>
              <a:rPr lang="en-US"/>
              <a:t>The success or failure of the bus transfer.</a:t>
            </a:r>
          </a:p>
        </p:txBody>
      </p:sp>
      <p:pic>
        <p:nvPicPr>
          <p:cNvPr id="6" name="Picture 5">
            <a:extLst>
              <a:ext uri="{FF2B5EF4-FFF2-40B4-BE49-F238E27FC236}">
                <a16:creationId xmlns:a16="http://schemas.microsoft.com/office/drawing/2014/main" id="{0351E0FA-2E0F-F7FA-D373-00B518D7E426}"/>
              </a:ext>
            </a:extLst>
          </p:cNvPr>
          <p:cNvPicPr>
            <a:picLocks noChangeAspect="1"/>
          </p:cNvPicPr>
          <p:nvPr/>
        </p:nvPicPr>
        <p:blipFill>
          <a:blip r:embed="rId2"/>
          <a:stretch>
            <a:fillRect/>
          </a:stretch>
        </p:blipFill>
        <p:spPr>
          <a:xfrm>
            <a:off x="5884504" y="3033906"/>
            <a:ext cx="5940879" cy="3460636"/>
          </a:xfrm>
          <a:prstGeom prst="rect">
            <a:avLst/>
          </a:prstGeom>
        </p:spPr>
      </p:pic>
    </p:spTree>
    <p:extLst>
      <p:ext uri="{BB962C8B-B14F-4D97-AF65-F5344CB8AC3E}">
        <p14:creationId xmlns:p14="http://schemas.microsoft.com/office/powerpoint/2010/main" val="232793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25E19-AC9A-5B14-61AE-CFB263302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C813F-9B99-6940-800A-F4988D5AA890}"/>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4D4C4566-A9EC-C93C-1D45-C1FC8C8D5FC3}"/>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0CF4CB10-65F0-152F-19B4-D295242FBFC5}"/>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3C59FA00-D360-5FE3-8AFE-DC8325E10117}"/>
              </a:ext>
            </a:extLst>
          </p:cNvPr>
          <p:cNvSpPr>
            <a:spLocks noGrp="1"/>
          </p:cNvSpPr>
          <p:nvPr>
            <p:ph type="sldNum" sz="quarter" idx="12"/>
          </p:nvPr>
        </p:nvSpPr>
        <p:spPr/>
        <p:txBody>
          <a:bodyPr/>
          <a:lstStyle/>
          <a:p>
            <a:fld id="{148CC95F-0247-41B6-91CF-DC97C76A7088}" type="slidenum">
              <a:rPr lang="en-US" smtClean="0"/>
              <a:t>7</a:t>
            </a:fld>
            <a:endParaRPr lang="en-US"/>
          </a:p>
        </p:txBody>
      </p:sp>
      <p:sp>
        <p:nvSpPr>
          <p:cNvPr id="3" name="Title 1">
            <a:extLst>
              <a:ext uri="{FF2B5EF4-FFF2-40B4-BE49-F238E27FC236}">
                <a16:creationId xmlns:a16="http://schemas.microsoft.com/office/drawing/2014/main" id="{5A8B8A58-B6C0-3A7E-D392-53BC94D83F7A}"/>
              </a:ext>
            </a:extLst>
          </p:cNvPr>
          <p:cNvSpPr txBox="1">
            <a:spLocks/>
          </p:cNvSpPr>
          <p:nvPr/>
        </p:nvSpPr>
        <p:spPr>
          <a:xfrm>
            <a:off x="663054" y="1651133"/>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endParaRPr lang="en-US" sz="2600" b="1" dirty="0"/>
          </a:p>
        </p:txBody>
      </p:sp>
      <p:graphicFrame>
        <p:nvGraphicFramePr>
          <p:cNvPr id="4" name="Table 3">
            <a:extLst>
              <a:ext uri="{FF2B5EF4-FFF2-40B4-BE49-F238E27FC236}">
                <a16:creationId xmlns:a16="http://schemas.microsoft.com/office/drawing/2014/main" id="{3EF8CCBA-E3AE-7CBB-F677-69C077CEB71E}"/>
              </a:ext>
            </a:extLst>
          </p:cNvPr>
          <p:cNvGraphicFramePr>
            <a:graphicFrameLocks noGrp="1"/>
          </p:cNvGraphicFramePr>
          <p:nvPr>
            <p:extLst>
              <p:ext uri="{D42A27DB-BD31-4B8C-83A1-F6EECF244321}">
                <p14:modId xmlns:p14="http://schemas.microsoft.com/office/powerpoint/2010/main" val="718869363"/>
              </p:ext>
            </p:extLst>
          </p:nvPr>
        </p:nvGraphicFramePr>
        <p:xfrm>
          <a:off x="663054" y="2163832"/>
          <a:ext cx="11125202" cy="4400038"/>
        </p:xfrm>
        <a:graphic>
          <a:graphicData uri="http://schemas.openxmlformats.org/drawingml/2006/table">
            <a:tbl>
              <a:tblPr firstRow="1" bandRow="1">
                <a:tableStyleId>{073A0DAA-6AF3-43AB-8588-CEC1D06C72B9}</a:tableStyleId>
              </a:tblPr>
              <a:tblGrid>
                <a:gridCol w="1545566">
                  <a:extLst>
                    <a:ext uri="{9D8B030D-6E8A-4147-A177-3AD203B41FA5}">
                      <a16:colId xmlns:a16="http://schemas.microsoft.com/office/drawing/2014/main" val="2750017498"/>
                    </a:ext>
                  </a:extLst>
                </a:gridCol>
                <a:gridCol w="1470350">
                  <a:extLst>
                    <a:ext uri="{9D8B030D-6E8A-4147-A177-3AD203B41FA5}">
                      <a16:colId xmlns:a16="http://schemas.microsoft.com/office/drawing/2014/main" val="447063205"/>
                    </a:ext>
                  </a:extLst>
                </a:gridCol>
                <a:gridCol w="1263316">
                  <a:extLst>
                    <a:ext uri="{9D8B030D-6E8A-4147-A177-3AD203B41FA5}">
                      <a16:colId xmlns:a16="http://schemas.microsoft.com/office/drawing/2014/main" val="1621924203"/>
                    </a:ext>
                  </a:extLst>
                </a:gridCol>
                <a:gridCol w="1441519">
                  <a:extLst>
                    <a:ext uri="{9D8B030D-6E8A-4147-A177-3AD203B41FA5}">
                      <a16:colId xmlns:a16="http://schemas.microsoft.com/office/drawing/2014/main" val="32530613"/>
                    </a:ext>
                  </a:extLst>
                </a:gridCol>
                <a:gridCol w="5404451">
                  <a:extLst>
                    <a:ext uri="{9D8B030D-6E8A-4147-A177-3AD203B41FA5}">
                      <a16:colId xmlns:a16="http://schemas.microsoft.com/office/drawing/2014/main" val="2612077713"/>
                    </a:ext>
                  </a:extLst>
                </a:gridCol>
              </a:tblGrid>
              <a:tr h="437638">
                <a:tc>
                  <a:txBody>
                    <a:bodyPr/>
                    <a:lstStyle/>
                    <a:p>
                      <a:pPr algn="ctr"/>
                      <a:r>
                        <a:rPr lang="vi-VN" sz="1400" dirty="0"/>
                        <a:t>Signal group</a:t>
                      </a:r>
                      <a:endParaRPr lang="en-US" sz="1400" dirty="0">
                        <a:latin typeface="+mj-lt"/>
                      </a:endParaRPr>
                    </a:p>
                  </a:txBody>
                  <a:tcPr/>
                </a:tc>
                <a:tc>
                  <a:txBody>
                    <a:bodyPr/>
                    <a:lstStyle/>
                    <a:p>
                      <a:pPr algn="ctr"/>
                      <a:r>
                        <a:rPr lang="vi-VN" sz="1400" dirty="0"/>
                        <a:t>Signal name</a:t>
                      </a:r>
                      <a:endParaRPr lang="en-US" sz="1400" dirty="0">
                        <a:latin typeface="+mj-lt"/>
                      </a:endParaRPr>
                    </a:p>
                  </a:txBody>
                  <a:tcPr/>
                </a:tc>
                <a:tc>
                  <a:txBody>
                    <a:bodyPr/>
                    <a:lstStyle/>
                    <a:p>
                      <a:pPr algn="ctr"/>
                      <a:r>
                        <a:rPr lang="vi-VN" sz="1400" dirty="0"/>
                        <a:t>Direction</a:t>
                      </a:r>
                      <a:endParaRPr lang="en-US" sz="1400" dirty="0">
                        <a:latin typeface="+mj-lt"/>
                      </a:endParaRPr>
                    </a:p>
                  </a:txBody>
                  <a:tcPr/>
                </a:tc>
                <a:tc>
                  <a:txBody>
                    <a:bodyPr/>
                    <a:lstStyle/>
                    <a:p>
                      <a:pPr algn="ctr"/>
                      <a:r>
                        <a:rPr lang="vi-VN" sz="1400" dirty="0"/>
                        <a:t>Width (bit)</a:t>
                      </a:r>
                      <a:endParaRPr lang="en-US" sz="1400" dirty="0">
                        <a:latin typeface="+mj-lt"/>
                      </a:endParaRPr>
                    </a:p>
                  </a:txBody>
                  <a:tcPr/>
                </a:tc>
                <a:tc>
                  <a:txBody>
                    <a:bodyPr/>
                    <a:lstStyle/>
                    <a:p>
                      <a:pPr algn="ctr"/>
                      <a:r>
                        <a:rPr lang="vi-VN" sz="1400" dirty="0"/>
                        <a:t>Descriptions</a:t>
                      </a:r>
                      <a:endParaRPr lang="en-US" sz="1400" dirty="0">
                        <a:latin typeface="+mj-lt"/>
                      </a:endParaRPr>
                    </a:p>
                  </a:txBody>
                  <a:tcPr/>
                </a:tc>
                <a:extLst>
                  <a:ext uri="{0D108BD9-81ED-4DB2-BD59-A6C34878D82A}">
                    <a16:rowId xmlns:a16="http://schemas.microsoft.com/office/drawing/2014/main" val="2620998356"/>
                  </a:ext>
                </a:extLst>
              </a:tr>
              <a:tr h="257434">
                <a:tc rowSpan="2">
                  <a:txBody>
                    <a:bodyPr/>
                    <a:lstStyle/>
                    <a:p>
                      <a:r>
                        <a:rPr lang="vi-VN" sz="1400" dirty="0"/>
                        <a:t>Global Signals</a:t>
                      </a:r>
                      <a:endParaRPr lang="en-US" sz="1400" dirty="0">
                        <a:latin typeface="+mj-lt"/>
                      </a:endParaRPr>
                    </a:p>
                  </a:txBody>
                  <a:tcPr anchor="ctr"/>
                </a:tc>
                <a:tc>
                  <a:txBody>
                    <a:bodyPr/>
                    <a:lstStyle/>
                    <a:p>
                      <a:r>
                        <a:rPr lang="vi-VN" sz="1400" dirty="0"/>
                        <a:t>HCLK</a:t>
                      </a:r>
                      <a:endParaRPr lang="en-US" sz="1400" dirty="0">
                        <a:latin typeface="+mj-lt"/>
                      </a:endParaRPr>
                    </a:p>
                  </a:txBody>
                  <a:tcPr/>
                </a:tc>
                <a:tc>
                  <a:txBody>
                    <a:bodyPr/>
                    <a:lstStyle/>
                    <a:p>
                      <a:pPr algn="ctr"/>
                      <a:r>
                        <a:rPr lang="vi-VN" sz="1400" dirty="0"/>
                        <a:t>Input</a:t>
                      </a:r>
                      <a:endParaRPr lang="en-US" sz="1400" dirty="0">
                        <a:latin typeface="+mj-lt"/>
                      </a:endParaRPr>
                    </a:p>
                  </a:txBody>
                  <a:tcPr/>
                </a:tc>
                <a:tc>
                  <a:txBody>
                    <a:bodyPr/>
                    <a:lstStyle/>
                    <a:p>
                      <a:pPr algn="ctr"/>
                      <a:r>
                        <a:rPr lang="vi-VN" sz="1400"/>
                        <a:t>1</a:t>
                      </a:r>
                      <a:endParaRPr lang="en-US" sz="1400">
                        <a:latin typeface="+mj-lt"/>
                      </a:endParaRPr>
                    </a:p>
                  </a:txBody>
                  <a:tcPr/>
                </a:tc>
                <a:tc>
                  <a:txBody>
                    <a:bodyPr/>
                    <a:lstStyle/>
                    <a:p>
                      <a:r>
                        <a:rPr lang="vi-VN" sz="1400"/>
                        <a:t>System clock</a:t>
                      </a:r>
                      <a:endParaRPr lang="en-US" sz="1400">
                        <a:latin typeface="+mj-lt"/>
                      </a:endParaRPr>
                    </a:p>
                  </a:txBody>
                  <a:tcPr/>
                </a:tc>
                <a:extLst>
                  <a:ext uri="{0D108BD9-81ED-4DB2-BD59-A6C34878D82A}">
                    <a16:rowId xmlns:a16="http://schemas.microsoft.com/office/drawing/2014/main" val="438623792"/>
                  </a:ext>
                </a:extLst>
              </a:tr>
              <a:tr h="257434">
                <a:tc vMerge="1">
                  <a:txBody>
                    <a:bodyPr/>
                    <a:lstStyle/>
                    <a:p>
                      <a:endParaRPr lang="en-US"/>
                    </a:p>
                  </a:txBody>
                  <a:tcPr/>
                </a:tc>
                <a:tc>
                  <a:txBody>
                    <a:bodyPr/>
                    <a:lstStyle/>
                    <a:p>
                      <a:r>
                        <a:rPr lang="vi-VN" sz="1400"/>
                        <a:t>HRESETn</a:t>
                      </a:r>
                      <a:endParaRPr lang="en-US" sz="1400">
                        <a:latin typeface="+mj-lt"/>
                      </a:endParaRPr>
                    </a:p>
                  </a:txBody>
                  <a:tcPr/>
                </a:tc>
                <a:tc>
                  <a:txBody>
                    <a:bodyPr/>
                    <a:lstStyle/>
                    <a:p>
                      <a:pPr algn="ctr"/>
                      <a:r>
                        <a:rPr lang="vi-VN" sz="1400"/>
                        <a:t>Input</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r>
                        <a:rPr lang="en-US" sz="1400" b="0" kern="1200">
                          <a:solidFill>
                            <a:schemeClr val="dk1"/>
                          </a:solidFill>
                          <a:effectLst/>
                        </a:rPr>
                        <a:t>Reset signal (active low)</a:t>
                      </a:r>
                      <a:endParaRPr lang="en-US" sz="1400">
                        <a:latin typeface="+mj-lt"/>
                      </a:endParaRPr>
                    </a:p>
                  </a:txBody>
                  <a:tcPr/>
                </a:tc>
                <a:extLst>
                  <a:ext uri="{0D108BD9-81ED-4DB2-BD59-A6C34878D82A}">
                    <a16:rowId xmlns:a16="http://schemas.microsoft.com/office/drawing/2014/main" val="2892336627"/>
                  </a:ext>
                </a:extLst>
              </a:tr>
              <a:tr h="257434">
                <a:tc rowSpan="7">
                  <a:txBody>
                    <a:bodyPr/>
                    <a:lstStyle/>
                    <a:p>
                      <a:r>
                        <a:rPr lang="vi-VN" sz="1400"/>
                        <a:t>Master Signals</a:t>
                      </a:r>
                      <a:endParaRPr lang="en-US" sz="1400">
                        <a:latin typeface="+mj-lt"/>
                      </a:endParaRPr>
                    </a:p>
                  </a:txBody>
                  <a:tcPr anchor="ctr"/>
                </a:tc>
                <a:tc>
                  <a:txBody>
                    <a:bodyPr/>
                    <a:lstStyle/>
                    <a:p>
                      <a:r>
                        <a:rPr lang="vi-VN" sz="1400"/>
                        <a:t>HADDR</a:t>
                      </a:r>
                      <a:endParaRPr lang="en-US" sz="1400">
                        <a:latin typeface="+mj-lt"/>
                      </a:endParaRPr>
                    </a:p>
                  </a:txBody>
                  <a:tcPr/>
                </a:tc>
                <a:tc>
                  <a:txBody>
                    <a:bodyPr/>
                    <a:lstStyle/>
                    <a:p>
                      <a:pPr algn="ctr"/>
                      <a:r>
                        <a:rPr lang="vi-VN" sz="1400" dirty="0"/>
                        <a:t>Output</a:t>
                      </a:r>
                      <a:endParaRPr lang="en-US" sz="1400" dirty="0">
                        <a:latin typeface="+mj-lt"/>
                      </a:endParaRPr>
                    </a:p>
                  </a:txBody>
                  <a:tcPr/>
                </a:tc>
                <a:tc>
                  <a:txBody>
                    <a:bodyPr/>
                    <a:lstStyle/>
                    <a:p>
                      <a:pPr algn="ctr"/>
                      <a:r>
                        <a:rPr lang="vi-VN" sz="1400"/>
                        <a:t>32</a:t>
                      </a:r>
                      <a:endParaRPr lang="en-US" sz="1400">
                        <a:latin typeface="+mj-lt"/>
                      </a:endParaRPr>
                    </a:p>
                  </a:txBody>
                  <a:tcPr/>
                </a:tc>
                <a:tc>
                  <a:txBody>
                    <a:bodyPr/>
                    <a:lstStyle/>
                    <a:p>
                      <a:r>
                        <a:rPr lang="en-US" sz="1400" b="0" kern="1200">
                          <a:solidFill>
                            <a:schemeClr val="dk1"/>
                          </a:solidFill>
                          <a:effectLst/>
                        </a:rPr>
                        <a:t>Address bus</a:t>
                      </a:r>
                      <a:endParaRPr lang="en-US" sz="1400">
                        <a:latin typeface="+mj-lt"/>
                      </a:endParaRPr>
                    </a:p>
                  </a:txBody>
                  <a:tcPr/>
                </a:tc>
                <a:extLst>
                  <a:ext uri="{0D108BD9-81ED-4DB2-BD59-A6C34878D82A}">
                    <a16:rowId xmlns:a16="http://schemas.microsoft.com/office/drawing/2014/main" val="1527801593"/>
                  </a:ext>
                </a:extLst>
              </a:tr>
              <a:tr h="257434">
                <a:tc vMerge="1">
                  <a:txBody>
                    <a:bodyPr/>
                    <a:lstStyle/>
                    <a:p>
                      <a:endParaRPr lang="en-US"/>
                    </a:p>
                  </a:txBody>
                  <a:tcPr/>
                </a:tc>
                <a:tc>
                  <a:txBody>
                    <a:bodyPr/>
                    <a:lstStyle/>
                    <a:p>
                      <a:r>
                        <a:rPr lang="vi-VN" sz="1400"/>
                        <a:t>HWRITE</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r>
                        <a:rPr lang="en-US" sz="1400" b="0" kern="1200">
                          <a:solidFill>
                            <a:schemeClr val="dk1"/>
                          </a:solidFill>
                          <a:effectLst/>
                        </a:rPr>
                        <a:t>Transfer direction (1=write, 0=read)</a:t>
                      </a:r>
                      <a:endParaRPr lang="en-US" sz="1400">
                        <a:latin typeface="+mj-lt"/>
                      </a:endParaRPr>
                    </a:p>
                  </a:txBody>
                  <a:tcPr/>
                </a:tc>
                <a:extLst>
                  <a:ext uri="{0D108BD9-81ED-4DB2-BD59-A6C34878D82A}">
                    <a16:rowId xmlns:a16="http://schemas.microsoft.com/office/drawing/2014/main" val="1035353440"/>
                  </a:ext>
                </a:extLst>
              </a:tr>
              <a:tr h="257434">
                <a:tc vMerge="1">
                  <a:txBody>
                    <a:bodyPr/>
                    <a:lstStyle/>
                    <a:p>
                      <a:endParaRPr lang="en-US"/>
                    </a:p>
                  </a:txBody>
                  <a:tcPr/>
                </a:tc>
                <a:tc>
                  <a:txBody>
                    <a:bodyPr/>
                    <a:lstStyle/>
                    <a:p>
                      <a:r>
                        <a:rPr lang="vi-VN" sz="1400" dirty="0"/>
                        <a:t>HSIZE</a:t>
                      </a:r>
                      <a:endParaRPr lang="en-US" sz="1400" dirty="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3</a:t>
                      </a:r>
                      <a:endParaRPr lang="en-US" sz="1400">
                        <a:latin typeface="+mj-lt"/>
                      </a:endParaRPr>
                    </a:p>
                  </a:txBody>
                  <a:tcPr/>
                </a:tc>
                <a:tc>
                  <a:txBody>
                    <a:bodyPr/>
                    <a:lstStyle/>
                    <a:p>
                      <a:r>
                        <a:rPr lang="en-US" sz="1400" b="0" kern="1200">
                          <a:solidFill>
                            <a:schemeClr val="dk1"/>
                          </a:solidFill>
                          <a:effectLst/>
                        </a:rPr>
                        <a:t>Transfer size (byte, halfword, word)</a:t>
                      </a:r>
                      <a:r>
                        <a:rPr lang="vi-VN" sz="1400" b="0" kern="1200">
                          <a:solidFill>
                            <a:schemeClr val="dk1"/>
                          </a:solidFill>
                          <a:effectLst/>
                        </a:rPr>
                        <a:t> (</a:t>
                      </a:r>
                      <a:r>
                        <a:rPr lang="vi-VN" sz="1400" b="1" kern="1200">
                          <a:solidFill>
                            <a:schemeClr val="dk1"/>
                          </a:solidFill>
                          <a:effectLst/>
                        </a:rPr>
                        <a:t>1.5.4</a:t>
                      </a:r>
                      <a:r>
                        <a:rPr lang="vi-VN" sz="1400" b="0" kern="1200">
                          <a:solidFill>
                            <a:schemeClr val="dk1"/>
                          </a:solidFill>
                          <a:effectLst/>
                        </a:rPr>
                        <a:t>)</a:t>
                      </a:r>
                      <a:endParaRPr lang="en-US" sz="1400">
                        <a:latin typeface="+mj-lt"/>
                      </a:endParaRPr>
                    </a:p>
                  </a:txBody>
                  <a:tcPr/>
                </a:tc>
                <a:extLst>
                  <a:ext uri="{0D108BD9-81ED-4DB2-BD59-A6C34878D82A}">
                    <a16:rowId xmlns:a16="http://schemas.microsoft.com/office/drawing/2014/main" val="520536870"/>
                  </a:ext>
                </a:extLst>
              </a:tr>
              <a:tr h="257434">
                <a:tc vMerge="1">
                  <a:txBody>
                    <a:bodyPr/>
                    <a:lstStyle/>
                    <a:p>
                      <a:endParaRPr lang="en-US"/>
                    </a:p>
                  </a:txBody>
                  <a:tcPr/>
                </a:tc>
                <a:tc>
                  <a:txBody>
                    <a:bodyPr/>
                    <a:lstStyle/>
                    <a:p>
                      <a:r>
                        <a:rPr lang="vi-VN" sz="1400"/>
                        <a:t>HBRUST</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dirty="0"/>
                        <a:t>3</a:t>
                      </a:r>
                      <a:endParaRPr lang="en-US" sz="1400" dirty="0">
                        <a:latin typeface="+mj-lt"/>
                      </a:endParaRPr>
                    </a:p>
                  </a:txBody>
                  <a:tcPr/>
                </a:tc>
                <a:tc>
                  <a:txBody>
                    <a:bodyPr/>
                    <a:lstStyle/>
                    <a:p>
                      <a:r>
                        <a:rPr lang="en-US" sz="1400" b="0" kern="1200">
                          <a:solidFill>
                            <a:schemeClr val="dk1"/>
                          </a:solidFill>
                          <a:effectLst/>
                        </a:rPr>
                        <a:t>Burst type</a:t>
                      </a:r>
                      <a:r>
                        <a:rPr lang="vi-VN" sz="1400" b="0" kern="1200">
                          <a:solidFill>
                            <a:schemeClr val="dk1"/>
                          </a:solidFill>
                          <a:effectLst/>
                        </a:rPr>
                        <a:t> (</a:t>
                      </a:r>
                      <a:r>
                        <a:rPr lang="vi-VN" sz="1400" b="1" kern="1200">
                          <a:solidFill>
                            <a:schemeClr val="dk1"/>
                          </a:solidFill>
                          <a:effectLst/>
                        </a:rPr>
                        <a:t>1.5.5</a:t>
                      </a:r>
                      <a:r>
                        <a:rPr lang="vi-VN" sz="1400" b="0" kern="1200">
                          <a:solidFill>
                            <a:schemeClr val="dk1"/>
                          </a:solidFill>
                          <a:effectLst/>
                        </a:rPr>
                        <a:t>)</a:t>
                      </a:r>
                      <a:endParaRPr lang="en-US" sz="1400">
                        <a:latin typeface="+mj-lt"/>
                      </a:endParaRPr>
                    </a:p>
                  </a:txBody>
                  <a:tcPr/>
                </a:tc>
                <a:extLst>
                  <a:ext uri="{0D108BD9-81ED-4DB2-BD59-A6C34878D82A}">
                    <a16:rowId xmlns:a16="http://schemas.microsoft.com/office/drawing/2014/main" val="4259018782"/>
                  </a:ext>
                </a:extLst>
              </a:tr>
              <a:tr h="257434">
                <a:tc vMerge="1">
                  <a:txBody>
                    <a:bodyPr/>
                    <a:lstStyle/>
                    <a:p>
                      <a:endParaRPr lang="en-US"/>
                    </a:p>
                  </a:txBody>
                  <a:tcPr/>
                </a:tc>
                <a:tc>
                  <a:txBody>
                    <a:bodyPr/>
                    <a:lstStyle/>
                    <a:p>
                      <a:r>
                        <a:rPr lang="vi-VN" sz="1400"/>
                        <a:t>HTRANS</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2</a:t>
                      </a:r>
                      <a:endParaRPr lang="en-US" sz="1400">
                        <a:latin typeface="+mj-lt"/>
                      </a:endParaRPr>
                    </a:p>
                  </a:txBody>
                  <a:tcPr/>
                </a:tc>
                <a:tc>
                  <a:txBody>
                    <a:bodyPr/>
                    <a:lstStyle/>
                    <a:p>
                      <a:r>
                        <a:rPr lang="en-US" sz="1400" b="0" kern="1200">
                          <a:solidFill>
                            <a:schemeClr val="dk1"/>
                          </a:solidFill>
                          <a:effectLst/>
                        </a:rPr>
                        <a:t>Transfer type</a:t>
                      </a:r>
                      <a:r>
                        <a:rPr lang="vi-VN" sz="1400" b="0" kern="1200">
                          <a:solidFill>
                            <a:schemeClr val="dk1"/>
                          </a:solidFill>
                          <a:effectLst/>
                        </a:rPr>
                        <a:t> (</a:t>
                      </a:r>
                      <a:r>
                        <a:rPr lang="vi-VN" sz="1400" b="1" kern="1200">
                          <a:solidFill>
                            <a:schemeClr val="dk1"/>
                          </a:solidFill>
                          <a:effectLst/>
                        </a:rPr>
                        <a:t>1.5.2</a:t>
                      </a:r>
                      <a:r>
                        <a:rPr lang="vi-VN" sz="1400" b="0" kern="1200">
                          <a:solidFill>
                            <a:schemeClr val="dk1"/>
                          </a:solidFill>
                          <a:effectLst/>
                        </a:rPr>
                        <a:t>)</a:t>
                      </a:r>
                      <a:endParaRPr lang="en-US" sz="1400">
                        <a:latin typeface="+mj-lt"/>
                      </a:endParaRPr>
                    </a:p>
                  </a:txBody>
                  <a:tcPr/>
                </a:tc>
                <a:extLst>
                  <a:ext uri="{0D108BD9-81ED-4DB2-BD59-A6C34878D82A}">
                    <a16:rowId xmlns:a16="http://schemas.microsoft.com/office/drawing/2014/main" val="3918028053"/>
                  </a:ext>
                </a:extLst>
              </a:tr>
              <a:tr h="257434">
                <a:tc vMerge="1">
                  <a:txBody>
                    <a:bodyPr/>
                    <a:lstStyle/>
                    <a:p>
                      <a:endParaRPr lang="en-US"/>
                    </a:p>
                  </a:txBody>
                  <a:tcPr/>
                </a:tc>
                <a:tc>
                  <a:txBody>
                    <a:bodyPr/>
                    <a:lstStyle/>
                    <a:p>
                      <a:r>
                        <a:rPr lang="vi-VN" sz="1400"/>
                        <a:t>HMASTLOCK</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r>
                        <a:rPr lang="en-US" sz="1400" b="0" kern="1200">
                          <a:solidFill>
                            <a:schemeClr val="dk1"/>
                          </a:solidFill>
                          <a:effectLst/>
                        </a:rPr>
                        <a:t>Locked transfer</a:t>
                      </a:r>
                      <a:r>
                        <a:rPr lang="vi-VN" sz="1400" b="0" kern="1200">
                          <a:solidFill>
                            <a:schemeClr val="dk1"/>
                          </a:solidFill>
                          <a:effectLst/>
                        </a:rPr>
                        <a:t> (</a:t>
                      </a:r>
                      <a:r>
                        <a:rPr lang="vi-VN" sz="1400" b="1" kern="1200">
                          <a:solidFill>
                            <a:schemeClr val="dk1"/>
                          </a:solidFill>
                          <a:effectLst/>
                        </a:rPr>
                        <a:t>1.5.3</a:t>
                      </a:r>
                      <a:r>
                        <a:rPr lang="vi-VN" sz="1400" b="0" kern="1200">
                          <a:solidFill>
                            <a:schemeClr val="dk1"/>
                          </a:solidFill>
                          <a:effectLst/>
                        </a:rPr>
                        <a:t>)</a:t>
                      </a:r>
                      <a:endParaRPr lang="en-US" sz="1400">
                        <a:latin typeface="+mj-lt"/>
                      </a:endParaRPr>
                    </a:p>
                  </a:txBody>
                  <a:tcPr/>
                </a:tc>
                <a:extLst>
                  <a:ext uri="{0D108BD9-81ED-4DB2-BD59-A6C34878D82A}">
                    <a16:rowId xmlns:a16="http://schemas.microsoft.com/office/drawing/2014/main" val="3104077382"/>
                  </a:ext>
                </a:extLst>
              </a:tr>
              <a:tr h="257434">
                <a:tc vMerge="1">
                  <a:txBody>
                    <a:bodyPr/>
                    <a:lstStyle/>
                    <a:p>
                      <a:endParaRPr lang="en-US"/>
                    </a:p>
                  </a:txBody>
                  <a:tcPr/>
                </a:tc>
                <a:tc>
                  <a:txBody>
                    <a:bodyPr/>
                    <a:lstStyle/>
                    <a:p>
                      <a:r>
                        <a:rPr lang="vi-VN" sz="1400"/>
                        <a:t>HWDATA</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8-1024</a:t>
                      </a:r>
                      <a:endParaRPr lang="en-US" sz="1400">
                        <a:latin typeface="+mj-lt"/>
                      </a:endParaRPr>
                    </a:p>
                  </a:txBody>
                  <a:tcPr/>
                </a:tc>
                <a:tc>
                  <a:txBody>
                    <a:bodyPr/>
                    <a:lstStyle/>
                    <a:p>
                      <a:r>
                        <a:rPr lang="en-US" sz="1400" b="0" kern="1200">
                          <a:solidFill>
                            <a:schemeClr val="dk1"/>
                          </a:solidFill>
                          <a:effectLst/>
                        </a:rPr>
                        <a:t>Write data bus</a:t>
                      </a:r>
                      <a:r>
                        <a:rPr lang="vi-VN" sz="1400" b="0" kern="1200">
                          <a:solidFill>
                            <a:schemeClr val="dk1"/>
                          </a:solidFill>
                          <a:effectLst/>
                        </a:rPr>
                        <a:t> (recommend: 32-256 bits)</a:t>
                      </a:r>
                      <a:endParaRPr lang="en-US" sz="1400">
                        <a:latin typeface="+mj-lt"/>
                      </a:endParaRPr>
                    </a:p>
                  </a:txBody>
                  <a:tcPr/>
                </a:tc>
                <a:extLst>
                  <a:ext uri="{0D108BD9-81ED-4DB2-BD59-A6C34878D82A}">
                    <a16:rowId xmlns:a16="http://schemas.microsoft.com/office/drawing/2014/main" val="1036883342"/>
                  </a:ext>
                </a:extLst>
              </a:tr>
              <a:tr h="25743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400"/>
                        <a:t>Slave Signals</a:t>
                      </a:r>
                      <a:endParaRPr lang="en-US" sz="1400">
                        <a:latin typeface="+mj-lt"/>
                      </a:endParaRPr>
                    </a:p>
                  </a:txBody>
                  <a:tcPr anchor="ctr"/>
                </a:tc>
                <a:tc>
                  <a:txBody>
                    <a:bodyPr/>
                    <a:lstStyle/>
                    <a:p>
                      <a:r>
                        <a:rPr lang="vi-VN" sz="1400"/>
                        <a:t>HRDATA</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8-1024</a:t>
                      </a:r>
                      <a:endParaRPr lang="en-US" sz="1400">
                        <a:latin typeface="+mj-lt"/>
                      </a:endParaRPr>
                    </a:p>
                  </a:txBody>
                  <a:tcPr/>
                </a:tc>
                <a:tc>
                  <a:txBody>
                    <a:bodyPr/>
                    <a:lstStyle/>
                    <a:p>
                      <a:r>
                        <a:rPr lang="en-US" sz="1400" b="0" kern="1200">
                          <a:solidFill>
                            <a:schemeClr val="dk1"/>
                          </a:solidFill>
                          <a:effectLst/>
                        </a:rPr>
                        <a:t>Read data bus</a:t>
                      </a:r>
                      <a:r>
                        <a:rPr lang="vi-VN" sz="1400" b="0" kern="1200">
                          <a:solidFill>
                            <a:schemeClr val="dk1"/>
                          </a:solidFill>
                          <a:effectLst/>
                        </a:rPr>
                        <a:t> (recommend: 32-256 bits)</a:t>
                      </a:r>
                      <a:endParaRPr lang="en-US" sz="1400">
                        <a:latin typeface="+mj-lt"/>
                      </a:endParaRPr>
                    </a:p>
                  </a:txBody>
                  <a:tcPr/>
                </a:tc>
                <a:extLst>
                  <a:ext uri="{0D108BD9-81ED-4DB2-BD59-A6C34878D82A}">
                    <a16:rowId xmlns:a16="http://schemas.microsoft.com/office/drawing/2014/main" val="4125458509"/>
                  </a:ext>
                </a:extLst>
              </a:tr>
              <a:tr h="257434">
                <a:tc vMerge="1">
                  <a:txBody>
                    <a:bodyPr/>
                    <a:lstStyle/>
                    <a:p>
                      <a:endParaRPr lang="en-US" sz="1400"/>
                    </a:p>
                  </a:txBody>
                  <a:tcPr anchor="ctr"/>
                </a:tc>
                <a:tc>
                  <a:txBody>
                    <a:bodyPr/>
                    <a:lstStyle/>
                    <a:p>
                      <a:r>
                        <a:rPr lang="vi-VN" sz="1400"/>
                        <a:t>HREADYOUT</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r>
                        <a:rPr lang="en-US" sz="1400" b="0" kern="1200">
                          <a:solidFill>
                            <a:schemeClr val="dk1"/>
                          </a:solidFill>
                          <a:effectLst/>
                        </a:rPr>
                        <a:t>Transfer completion</a:t>
                      </a:r>
                      <a:r>
                        <a:rPr lang="vi-VN" sz="1400" b="0" kern="1200">
                          <a:solidFill>
                            <a:schemeClr val="dk1"/>
                          </a:solidFill>
                          <a:effectLst/>
                        </a:rPr>
                        <a:t> (0: not ready, 1: ready)</a:t>
                      </a:r>
                      <a:endParaRPr lang="en-US" sz="1400">
                        <a:latin typeface="+mj-lt"/>
                      </a:endParaRPr>
                    </a:p>
                  </a:txBody>
                  <a:tcPr/>
                </a:tc>
                <a:extLst>
                  <a:ext uri="{0D108BD9-81ED-4DB2-BD59-A6C34878D82A}">
                    <a16:rowId xmlns:a16="http://schemas.microsoft.com/office/drawing/2014/main" val="713918153"/>
                  </a:ext>
                </a:extLst>
              </a:tr>
              <a:tr h="257434">
                <a:tc vMerge="1">
                  <a:txBody>
                    <a:bodyPr/>
                    <a:lstStyle/>
                    <a:p>
                      <a:endParaRPr lang="en-US" sz="1400"/>
                    </a:p>
                  </a:txBody>
                  <a:tcPr anchor="ctr"/>
                </a:tc>
                <a:tc>
                  <a:txBody>
                    <a:bodyPr/>
                    <a:lstStyle/>
                    <a:p>
                      <a:r>
                        <a:rPr lang="vi-VN" sz="1400"/>
                        <a:t>HRSEP</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2</a:t>
                      </a:r>
                      <a:endParaRPr lang="en-US" sz="1400">
                        <a:latin typeface="+mj-lt"/>
                      </a:endParaRPr>
                    </a:p>
                  </a:txBody>
                  <a:tcPr/>
                </a:tc>
                <a:tc>
                  <a:txBody>
                    <a:bodyPr/>
                    <a:lstStyle/>
                    <a:p>
                      <a:r>
                        <a:rPr lang="en-US" sz="1400" b="0" kern="1200">
                          <a:solidFill>
                            <a:schemeClr val="dk1"/>
                          </a:solidFill>
                          <a:effectLst/>
                        </a:rPr>
                        <a:t>Transfer response</a:t>
                      </a:r>
                      <a:r>
                        <a:rPr lang="vi-VN" sz="1400" b="0" kern="1200">
                          <a:solidFill>
                            <a:schemeClr val="dk1"/>
                          </a:solidFill>
                          <a:effectLst/>
                        </a:rPr>
                        <a:t> (0: error, 1: successful)</a:t>
                      </a:r>
                      <a:endParaRPr lang="en-US" sz="1400">
                        <a:latin typeface="+mj-lt"/>
                      </a:endParaRPr>
                    </a:p>
                  </a:txBody>
                  <a:tcPr/>
                </a:tc>
                <a:extLst>
                  <a:ext uri="{0D108BD9-81ED-4DB2-BD59-A6C34878D82A}">
                    <a16:rowId xmlns:a16="http://schemas.microsoft.com/office/drawing/2014/main" val="1177176755"/>
                  </a:ext>
                </a:extLst>
              </a:tr>
              <a:tr h="257434">
                <a:tc>
                  <a:txBody>
                    <a:bodyPr/>
                    <a:lstStyle/>
                    <a:p>
                      <a:r>
                        <a:rPr lang="vi-VN" sz="1400"/>
                        <a:t>Decoder Signals</a:t>
                      </a:r>
                      <a:endParaRPr lang="en-US" sz="1400">
                        <a:latin typeface="+mj-lt"/>
                      </a:endParaRPr>
                    </a:p>
                  </a:txBody>
                  <a:tcPr anchor="ctr"/>
                </a:tc>
                <a:tc>
                  <a:txBody>
                    <a:bodyPr/>
                    <a:lstStyle/>
                    <a:p>
                      <a:r>
                        <a:rPr lang="en-US" sz="1400" err="1"/>
                        <a:t>HSELx</a:t>
                      </a:r>
                      <a:endParaRPr lang="en-US" sz="1400">
                        <a:latin typeface="+mj-lt"/>
                      </a:endParaRPr>
                    </a:p>
                  </a:txBody>
                  <a:tcPr/>
                </a:tc>
                <a:tc>
                  <a:txBody>
                    <a:bodyPr/>
                    <a:lstStyle/>
                    <a:p>
                      <a:pPr algn="ctr"/>
                      <a:r>
                        <a:rPr lang="vi-VN" sz="1400"/>
                        <a:t>Output</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fontAlgn="t">
                        <a:lnSpc>
                          <a:spcPts val="1500"/>
                        </a:lnSpc>
                        <a:buNone/>
                      </a:pPr>
                      <a:r>
                        <a:rPr lang="en-US" sz="1400" b="0" dirty="0">
                          <a:effectLst/>
                        </a:rPr>
                        <a:t>Selects the Subordinate. </a:t>
                      </a:r>
                      <a:endParaRPr lang="en-US" sz="1400" b="0" i="0" dirty="0">
                        <a:effectLst/>
                        <a:latin typeface="+mj-lt"/>
                      </a:endParaRPr>
                    </a:p>
                  </a:txBody>
                  <a:tcPr/>
                </a:tc>
                <a:extLst>
                  <a:ext uri="{0D108BD9-81ED-4DB2-BD59-A6C34878D82A}">
                    <a16:rowId xmlns:a16="http://schemas.microsoft.com/office/drawing/2014/main" val="3645531401"/>
                  </a:ext>
                </a:extLst>
              </a:tr>
            </a:tbl>
          </a:graphicData>
        </a:graphic>
      </p:graphicFrame>
      <p:sp>
        <p:nvSpPr>
          <p:cNvPr id="5" name="Title 1">
            <a:extLst>
              <a:ext uri="{FF2B5EF4-FFF2-40B4-BE49-F238E27FC236}">
                <a16:creationId xmlns:a16="http://schemas.microsoft.com/office/drawing/2014/main" id="{7650E63E-DCEE-7652-E7FA-573327473D44}"/>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a:t>1.3. </a:t>
            </a:r>
            <a:r>
              <a:rPr lang="vi-VN" sz="2600" b="1" dirty="0"/>
              <a:t>AHB Interface</a:t>
            </a:r>
            <a:endParaRPr lang="en-US" sz="2600" b="1" dirty="0"/>
          </a:p>
        </p:txBody>
      </p:sp>
    </p:spTree>
    <p:extLst>
      <p:ext uri="{BB962C8B-B14F-4D97-AF65-F5344CB8AC3E}">
        <p14:creationId xmlns:p14="http://schemas.microsoft.com/office/powerpoint/2010/main" val="2561111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3FE19-17C1-0A3A-07C1-321263364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50C30-52A2-1A8E-B48F-5B94FFE40352}"/>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32B6E3D5-2BDA-1903-2E9A-5C55CCBFFBC3}"/>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6640E7D4-2C2B-B415-BA6C-22677269452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86DF297-BD1F-249D-6100-70677A3C1054}"/>
              </a:ext>
            </a:extLst>
          </p:cNvPr>
          <p:cNvSpPr>
            <a:spLocks noGrp="1"/>
          </p:cNvSpPr>
          <p:nvPr>
            <p:ph type="sldNum" sz="quarter" idx="12"/>
          </p:nvPr>
        </p:nvSpPr>
        <p:spPr/>
        <p:txBody>
          <a:bodyPr/>
          <a:lstStyle/>
          <a:p>
            <a:fld id="{148CC95F-0247-41B6-91CF-DC97C76A7088}" type="slidenum">
              <a:rPr lang="en-US" smtClean="0"/>
              <a:t>8</a:t>
            </a:fld>
            <a:endParaRPr lang="en-US"/>
          </a:p>
        </p:txBody>
      </p:sp>
      <p:sp>
        <p:nvSpPr>
          <p:cNvPr id="5" name="TextBox 4">
            <a:extLst>
              <a:ext uri="{FF2B5EF4-FFF2-40B4-BE49-F238E27FC236}">
                <a16:creationId xmlns:a16="http://schemas.microsoft.com/office/drawing/2014/main" id="{E9231366-0925-3F79-2827-5166E66D9BBA}"/>
              </a:ext>
            </a:extLst>
          </p:cNvPr>
          <p:cNvSpPr txBox="1"/>
          <p:nvPr/>
        </p:nvSpPr>
        <p:spPr>
          <a:xfrm>
            <a:off x="689043" y="2876292"/>
            <a:ext cx="11046823" cy="2585323"/>
          </a:xfrm>
          <a:prstGeom prst="rect">
            <a:avLst/>
          </a:prstGeom>
          <a:noFill/>
        </p:spPr>
        <p:txBody>
          <a:bodyPr wrap="square">
            <a:spAutoFit/>
          </a:bodyPr>
          <a:lstStyle/>
          <a:p>
            <a:pPr algn="just"/>
            <a:r>
              <a:rPr lang="en-US" dirty="0"/>
              <a:t>A transfer consists of two phases: </a:t>
            </a:r>
            <a:endParaRPr lang="vi-VN" dirty="0"/>
          </a:p>
          <a:p>
            <a:pPr algn="just"/>
            <a:r>
              <a:rPr lang="en-US" b="1" dirty="0"/>
              <a:t>Address</a:t>
            </a:r>
            <a:r>
              <a:rPr lang="en-US" dirty="0"/>
              <a:t> </a:t>
            </a:r>
            <a:r>
              <a:rPr lang="vi-VN" dirty="0"/>
              <a:t>			</a:t>
            </a:r>
            <a:r>
              <a:rPr lang="en-US" dirty="0"/>
              <a:t>Lasts for a single </a:t>
            </a:r>
            <a:r>
              <a:rPr lang="en-US" b="1" dirty="0"/>
              <a:t>HCLK</a:t>
            </a:r>
            <a:r>
              <a:rPr lang="en-US" dirty="0"/>
              <a:t> cycle unless it is extended by the previous bus transfer. </a:t>
            </a:r>
            <a:endParaRPr lang="vi-VN" dirty="0"/>
          </a:p>
          <a:p>
            <a:pPr algn="just"/>
            <a:r>
              <a:rPr lang="en-US" b="1" dirty="0"/>
              <a:t>Data</a:t>
            </a:r>
            <a:r>
              <a:rPr lang="en-US" dirty="0"/>
              <a:t> </a:t>
            </a:r>
            <a:r>
              <a:rPr lang="vi-VN" dirty="0"/>
              <a:t>			</a:t>
            </a:r>
            <a:r>
              <a:rPr lang="en-US" dirty="0"/>
              <a:t>Might require several </a:t>
            </a:r>
            <a:r>
              <a:rPr lang="en-US" b="1" dirty="0"/>
              <a:t>HCLK</a:t>
            </a:r>
            <a:r>
              <a:rPr lang="en-US" dirty="0"/>
              <a:t> cycles. Use the </a:t>
            </a:r>
            <a:r>
              <a:rPr lang="en-US" b="1" dirty="0"/>
              <a:t>HREADY</a:t>
            </a:r>
            <a:r>
              <a:rPr lang="en-US" dirty="0"/>
              <a:t> signal to control the number of clock cycles required to complete the transfer. </a:t>
            </a:r>
            <a:endParaRPr lang="vi-VN" dirty="0"/>
          </a:p>
          <a:p>
            <a:pPr algn="just"/>
            <a:r>
              <a:rPr lang="en-US" b="1" dirty="0"/>
              <a:t>HWRITE</a:t>
            </a:r>
            <a:r>
              <a:rPr lang="en-US" dirty="0"/>
              <a:t> controls the direction of data transfer to or from the Manager. Therefore, when: </a:t>
            </a:r>
            <a:endParaRPr lang="vi-VN" dirty="0"/>
          </a:p>
          <a:p>
            <a:pPr marL="285750" indent="-285750" algn="just">
              <a:buFont typeface="Arial" panose="020B0604020202020204" pitchFamily="34" charset="0"/>
              <a:buChar char="•"/>
            </a:pPr>
            <a:r>
              <a:rPr lang="en-US" b="1" dirty="0"/>
              <a:t>HWRITE</a:t>
            </a:r>
            <a:r>
              <a:rPr lang="en-US" dirty="0"/>
              <a:t> is HIGH, it indicates a write transfer and the Manager broadcasts data on the write data bus, </a:t>
            </a:r>
            <a:r>
              <a:rPr lang="en-US" b="1" dirty="0"/>
              <a:t>HWDATA</a:t>
            </a:r>
            <a:r>
              <a:rPr lang="en-US" dirty="0"/>
              <a:t>. </a:t>
            </a:r>
            <a:endParaRPr lang="vi-VN" dirty="0"/>
          </a:p>
          <a:p>
            <a:pPr marL="285750" indent="-285750" algn="just">
              <a:buFont typeface="Arial" panose="020B0604020202020204" pitchFamily="34" charset="0"/>
              <a:buChar char="•"/>
            </a:pPr>
            <a:r>
              <a:rPr lang="en-US" b="1" dirty="0"/>
              <a:t>HWRITE</a:t>
            </a:r>
            <a:r>
              <a:rPr lang="en-US" dirty="0"/>
              <a:t> is LOW, a read transfer is performed, and the Subordinate must generate the data on the read data bus, </a:t>
            </a:r>
            <a:r>
              <a:rPr lang="en-US" b="1" dirty="0"/>
              <a:t>HRDATA</a:t>
            </a:r>
            <a:r>
              <a:rPr lang="en-US" dirty="0"/>
              <a:t>.</a:t>
            </a:r>
          </a:p>
        </p:txBody>
      </p:sp>
      <p:sp>
        <p:nvSpPr>
          <p:cNvPr id="6" name="Title 1">
            <a:extLst>
              <a:ext uri="{FF2B5EF4-FFF2-40B4-BE49-F238E27FC236}">
                <a16:creationId xmlns:a16="http://schemas.microsoft.com/office/drawing/2014/main" id="{4E507BDE-0697-A897-2EE8-7B819AB6DD6E}"/>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7" name="Title 1">
            <a:extLst>
              <a:ext uri="{FF2B5EF4-FFF2-40B4-BE49-F238E27FC236}">
                <a16:creationId xmlns:a16="http://schemas.microsoft.com/office/drawing/2014/main" id="{90BBDB24-E41E-DCF1-939B-8E4196E26B52}"/>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spTree>
    <p:extLst>
      <p:ext uri="{BB962C8B-B14F-4D97-AF65-F5344CB8AC3E}">
        <p14:creationId xmlns:p14="http://schemas.microsoft.com/office/powerpoint/2010/main" val="289068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96EE0-574D-3774-43D6-255A460B1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E7886-347A-C5BB-776F-51DA0E35586C}"/>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BB310185-D247-DB07-F216-73590DBCB16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907FEBDE-778D-45C0-3758-F9F4F3CF74F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0211254A-5468-5B70-E49C-0FC8DE906C72}"/>
              </a:ext>
            </a:extLst>
          </p:cNvPr>
          <p:cNvSpPr>
            <a:spLocks noGrp="1"/>
          </p:cNvSpPr>
          <p:nvPr>
            <p:ph type="sldNum" sz="quarter" idx="12"/>
          </p:nvPr>
        </p:nvSpPr>
        <p:spPr/>
        <p:txBody>
          <a:bodyPr/>
          <a:lstStyle/>
          <a:p>
            <a:fld id="{148CC95F-0247-41B6-91CF-DC97C76A7088}" type="slidenum">
              <a:rPr lang="en-US" smtClean="0"/>
              <a:t>9</a:t>
            </a:fld>
            <a:endParaRPr lang="en-US"/>
          </a:p>
        </p:txBody>
      </p:sp>
      <p:sp>
        <p:nvSpPr>
          <p:cNvPr id="6" name="Title 1">
            <a:extLst>
              <a:ext uri="{FF2B5EF4-FFF2-40B4-BE49-F238E27FC236}">
                <a16:creationId xmlns:a16="http://schemas.microsoft.com/office/drawing/2014/main" id="{3E7C371E-611D-56CE-AD5A-77A81E7090DD}"/>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7" name="Title 1">
            <a:extLst>
              <a:ext uri="{FF2B5EF4-FFF2-40B4-BE49-F238E27FC236}">
                <a16:creationId xmlns:a16="http://schemas.microsoft.com/office/drawing/2014/main" id="{E853C0AE-1B8B-13E7-E294-0A2443E2F0EC}"/>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pic>
        <p:nvPicPr>
          <p:cNvPr id="3" name="Picture 2">
            <a:extLst>
              <a:ext uri="{FF2B5EF4-FFF2-40B4-BE49-F238E27FC236}">
                <a16:creationId xmlns:a16="http://schemas.microsoft.com/office/drawing/2014/main" id="{3A16E171-55CB-3148-D517-6D596466CD10}"/>
              </a:ext>
            </a:extLst>
          </p:cNvPr>
          <p:cNvPicPr>
            <a:picLocks noChangeAspect="1"/>
          </p:cNvPicPr>
          <p:nvPr/>
        </p:nvPicPr>
        <p:blipFill>
          <a:blip r:embed="rId2"/>
          <a:stretch>
            <a:fillRect/>
          </a:stretch>
        </p:blipFill>
        <p:spPr>
          <a:xfrm>
            <a:off x="5822830" y="1367028"/>
            <a:ext cx="5835769" cy="2271253"/>
          </a:xfrm>
          <a:prstGeom prst="rect">
            <a:avLst/>
          </a:prstGeom>
        </p:spPr>
      </p:pic>
      <p:graphicFrame>
        <p:nvGraphicFramePr>
          <p:cNvPr id="4" name="Table 3">
            <a:extLst>
              <a:ext uri="{FF2B5EF4-FFF2-40B4-BE49-F238E27FC236}">
                <a16:creationId xmlns:a16="http://schemas.microsoft.com/office/drawing/2014/main" id="{099B8282-01B2-C9D8-6B06-050863564F55}"/>
              </a:ext>
            </a:extLst>
          </p:cNvPr>
          <p:cNvGraphicFramePr>
            <a:graphicFrameLocks noGrp="1"/>
          </p:cNvGraphicFramePr>
          <p:nvPr>
            <p:extLst>
              <p:ext uri="{D42A27DB-BD31-4B8C-83A1-F6EECF244321}">
                <p14:modId xmlns:p14="http://schemas.microsoft.com/office/powerpoint/2010/main" val="1357212240"/>
              </p:ext>
            </p:extLst>
          </p:nvPr>
        </p:nvGraphicFramePr>
        <p:xfrm>
          <a:off x="533398" y="3851822"/>
          <a:ext cx="11125202" cy="1451610"/>
        </p:xfrm>
        <a:graphic>
          <a:graphicData uri="http://schemas.openxmlformats.org/drawingml/2006/table">
            <a:tbl>
              <a:tblPr firstRow="1" bandRow="1">
                <a:tableStyleId>{073A0DAA-6AF3-43AB-8588-CEC1D06C72B9}</a:tableStyleId>
              </a:tblPr>
              <a:tblGrid>
                <a:gridCol w="1674438">
                  <a:extLst>
                    <a:ext uri="{9D8B030D-6E8A-4147-A177-3AD203B41FA5}">
                      <a16:colId xmlns:a16="http://schemas.microsoft.com/office/drawing/2014/main" val="937800916"/>
                    </a:ext>
                  </a:extLst>
                </a:gridCol>
                <a:gridCol w="3246542">
                  <a:extLst>
                    <a:ext uri="{9D8B030D-6E8A-4147-A177-3AD203B41FA5}">
                      <a16:colId xmlns:a16="http://schemas.microsoft.com/office/drawing/2014/main" val="2927029367"/>
                    </a:ext>
                  </a:extLst>
                </a:gridCol>
                <a:gridCol w="6204222">
                  <a:extLst>
                    <a:ext uri="{9D8B030D-6E8A-4147-A177-3AD203B41FA5}">
                      <a16:colId xmlns:a16="http://schemas.microsoft.com/office/drawing/2014/main" val="939195079"/>
                    </a:ext>
                  </a:extLst>
                </a:gridCol>
              </a:tblGrid>
              <a:tr h="143882">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429596">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HADDR = A, HWRITE = 0, HTRANS = NONSEQ (10), HREADY = 1</a:t>
                      </a:r>
                      <a:endParaRPr lang="en-US" sz="1400" b="0" i="0">
                        <a:effectLst/>
                        <a:latin typeface="+mj-lt"/>
                      </a:endParaRPr>
                    </a:p>
                  </a:txBody>
                  <a:tcPr/>
                </a:tc>
                <a:tc>
                  <a:txBody>
                    <a:bodyPr/>
                    <a:lstStyle/>
                    <a:p>
                      <a:pPr algn="just" fontAlgn="t">
                        <a:lnSpc>
                          <a:spcPts val="1500"/>
                        </a:lnSpc>
                        <a:buNone/>
                      </a:pPr>
                      <a:r>
                        <a:rPr lang="en-US" sz="1400" b="0">
                          <a:effectLst/>
                        </a:rPr>
                        <a:t>Address phase of Read A. Master places address A on HADDR and indicates a read transfer. Slave begins preparing the data.</a:t>
                      </a:r>
                      <a:endParaRPr lang="en-US" sz="1400" b="0" i="0">
                        <a:effectLst/>
                        <a:latin typeface="+mj-lt"/>
                      </a:endParaRPr>
                    </a:p>
                  </a:txBody>
                  <a:tcPr/>
                </a:tc>
                <a:extLst>
                  <a:ext uri="{0D108BD9-81ED-4DB2-BD59-A6C34878D82A}">
                    <a16:rowId xmlns:a16="http://schemas.microsoft.com/office/drawing/2014/main" val="2795284242"/>
                  </a:ext>
                </a:extLst>
              </a:tr>
              <a:tr h="585529">
                <a:tc>
                  <a:txBody>
                    <a:bodyPr/>
                    <a:lstStyle/>
                    <a:p>
                      <a:r>
                        <a:rPr lang="vi-VN" sz="1400"/>
                        <a:t>T1-T2</a:t>
                      </a:r>
                      <a:endParaRPr lang="en-US" sz="1400">
                        <a:latin typeface="+mj-lt"/>
                      </a:endParaRPr>
                    </a:p>
                  </a:txBody>
                  <a:tcPr/>
                </a:tc>
                <a:tc>
                  <a:txBody>
                    <a:bodyPr/>
                    <a:lstStyle/>
                    <a:p>
                      <a:pPr fontAlgn="t">
                        <a:lnSpc>
                          <a:spcPts val="1500"/>
                        </a:lnSpc>
                        <a:buNone/>
                      </a:pPr>
                      <a:r>
                        <a:rPr lang="en-US" sz="1400" b="0" dirty="0">
                          <a:effectLst/>
                        </a:rPr>
                        <a:t>HRDATA = Data(A) valid at end of T2, HADDR = B, HWRITE set for next transfer, HTRANS = SEQ/NONSEQ</a:t>
                      </a:r>
                      <a:endParaRPr lang="en-US" sz="1400" b="0" i="0" dirty="0">
                        <a:effectLst/>
                        <a:latin typeface="+mj-lt"/>
                      </a:endParaRPr>
                    </a:p>
                  </a:txBody>
                  <a:tcPr/>
                </a:tc>
                <a:tc>
                  <a:txBody>
                    <a:bodyPr/>
                    <a:lstStyle/>
                    <a:p>
                      <a:pPr algn="just" fontAlgn="t">
                        <a:lnSpc>
                          <a:spcPts val="1500"/>
                        </a:lnSpc>
                        <a:buNone/>
                      </a:pPr>
                      <a:r>
                        <a:rPr lang="en-US" sz="1400" b="0" dirty="0">
                          <a:effectLst/>
                        </a:rPr>
                        <a:t>Data phase of Read A. Slave returns the read data corresponding to address A. At the same time, master begins the address phase of next transfer B.</a:t>
                      </a:r>
                      <a:endParaRPr lang="en-US" sz="1400" b="0" i="0" dirty="0">
                        <a:effectLst/>
                        <a:latin typeface="+mj-lt"/>
                      </a:endParaRPr>
                    </a:p>
                  </a:txBody>
                  <a:tcPr/>
                </a:tc>
                <a:extLst>
                  <a:ext uri="{0D108BD9-81ED-4DB2-BD59-A6C34878D82A}">
                    <a16:rowId xmlns:a16="http://schemas.microsoft.com/office/drawing/2014/main" val="4086146668"/>
                  </a:ext>
                </a:extLst>
              </a:tr>
            </a:tbl>
          </a:graphicData>
        </a:graphic>
      </p:graphicFrame>
    </p:spTree>
    <p:extLst>
      <p:ext uri="{BB962C8B-B14F-4D97-AF65-F5344CB8AC3E}">
        <p14:creationId xmlns:p14="http://schemas.microsoft.com/office/powerpoint/2010/main" val="334632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AF922-62D6-1D4C-2E3D-18F044020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590BA-C26D-5CD8-2BFE-925483FA7109}"/>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535D074F-C581-5BDD-5D40-F997554CD3B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91249A07-3E7C-017F-C425-C490C3612A81}"/>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FC45982-7532-694B-F924-C106BE9BD0D7}"/>
              </a:ext>
            </a:extLst>
          </p:cNvPr>
          <p:cNvSpPr>
            <a:spLocks noGrp="1"/>
          </p:cNvSpPr>
          <p:nvPr>
            <p:ph type="sldNum" sz="quarter" idx="12"/>
          </p:nvPr>
        </p:nvSpPr>
        <p:spPr/>
        <p:txBody>
          <a:bodyPr/>
          <a:lstStyle/>
          <a:p>
            <a:fld id="{148CC95F-0247-41B6-91CF-DC97C76A7088}" type="slidenum">
              <a:rPr lang="en-US" smtClean="0"/>
              <a:t>10</a:t>
            </a:fld>
            <a:endParaRPr lang="en-US"/>
          </a:p>
        </p:txBody>
      </p:sp>
      <p:pic>
        <p:nvPicPr>
          <p:cNvPr id="3" name="Picture 2">
            <a:extLst>
              <a:ext uri="{FF2B5EF4-FFF2-40B4-BE49-F238E27FC236}">
                <a16:creationId xmlns:a16="http://schemas.microsoft.com/office/drawing/2014/main" id="{C6B87BE2-674F-7BEE-630E-F16BC71B1665}"/>
              </a:ext>
            </a:extLst>
          </p:cNvPr>
          <p:cNvPicPr>
            <a:picLocks noChangeAspect="1"/>
          </p:cNvPicPr>
          <p:nvPr/>
        </p:nvPicPr>
        <p:blipFill>
          <a:blip r:embed="rId2"/>
          <a:stretch>
            <a:fillRect/>
          </a:stretch>
        </p:blipFill>
        <p:spPr>
          <a:xfrm>
            <a:off x="5919065" y="953643"/>
            <a:ext cx="5739535" cy="2284101"/>
          </a:xfrm>
          <a:prstGeom prst="rect">
            <a:avLst/>
          </a:prstGeom>
        </p:spPr>
      </p:pic>
      <p:graphicFrame>
        <p:nvGraphicFramePr>
          <p:cNvPr id="4" name="Table 3">
            <a:extLst>
              <a:ext uri="{FF2B5EF4-FFF2-40B4-BE49-F238E27FC236}">
                <a16:creationId xmlns:a16="http://schemas.microsoft.com/office/drawing/2014/main" id="{F266D709-7F36-3993-6458-4BD320D3E7D2}"/>
              </a:ext>
            </a:extLst>
          </p:cNvPr>
          <p:cNvGraphicFramePr>
            <a:graphicFrameLocks noGrp="1"/>
          </p:cNvGraphicFramePr>
          <p:nvPr>
            <p:extLst>
              <p:ext uri="{D42A27DB-BD31-4B8C-83A1-F6EECF244321}">
                <p14:modId xmlns:p14="http://schemas.microsoft.com/office/powerpoint/2010/main" val="4066014384"/>
              </p:ext>
            </p:extLst>
          </p:nvPr>
        </p:nvGraphicFramePr>
        <p:xfrm>
          <a:off x="533399" y="3468572"/>
          <a:ext cx="11125201" cy="1764573"/>
        </p:xfrm>
        <a:graphic>
          <a:graphicData uri="http://schemas.openxmlformats.org/drawingml/2006/table">
            <a:tbl>
              <a:tblPr firstRow="1" bandRow="1">
                <a:tableStyleId>{073A0DAA-6AF3-43AB-8588-CEC1D06C72B9}</a:tableStyleId>
              </a:tblPr>
              <a:tblGrid>
                <a:gridCol w="1674438">
                  <a:extLst>
                    <a:ext uri="{9D8B030D-6E8A-4147-A177-3AD203B41FA5}">
                      <a16:colId xmlns:a16="http://schemas.microsoft.com/office/drawing/2014/main" val="937800916"/>
                    </a:ext>
                  </a:extLst>
                </a:gridCol>
                <a:gridCol w="3246542">
                  <a:extLst>
                    <a:ext uri="{9D8B030D-6E8A-4147-A177-3AD203B41FA5}">
                      <a16:colId xmlns:a16="http://schemas.microsoft.com/office/drawing/2014/main" val="2927029367"/>
                    </a:ext>
                  </a:extLst>
                </a:gridCol>
                <a:gridCol w="6204221">
                  <a:extLst>
                    <a:ext uri="{9D8B030D-6E8A-4147-A177-3AD203B41FA5}">
                      <a16:colId xmlns:a16="http://schemas.microsoft.com/office/drawing/2014/main" val="939195079"/>
                    </a:ext>
                  </a:extLst>
                </a:gridCol>
              </a:tblGrid>
              <a:tr h="194402">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580435">
                <a:tc>
                  <a:txBody>
                    <a:bodyPr/>
                    <a:lstStyle/>
                    <a:p>
                      <a:r>
                        <a:rPr lang="vi-VN" sz="1400" dirty="0"/>
                        <a:t>T0-T1</a:t>
                      </a:r>
                      <a:endParaRPr lang="en-US" sz="1400" dirty="0">
                        <a:latin typeface="+mj-lt"/>
                      </a:endParaRPr>
                    </a:p>
                  </a:txBody>
                  <a:tcPr/>
                </a:tc>
                <a:tc>
                  <a:txBody>
                    <a:bodyPr/>
                    <a:lstStyle/>
                    <a:p>
                      <a:pPr fontAlgn="t">
                        <a:lnSpc>
                          <a:spcPts val="1500"/>
                        </a:lnSpc>
                        <a:buNone/>
                      </a:pPr>
                      <a:r>
                        <a:rPr lang="en-US" sz="1400" b="0">
                          <a:effectLst/>
                        </a:rPr>
                        <a:t>HADDR = A, HWRITE = 1, HTRANS = NONSEQ, HREADY = 1</a:t>
                      </a:r>
                      <a:endParaRPr lang="en-US" sz="1400" b="0" i="0">
                        <a:effectLst/>
                        <a:latin typeface="+mj-lt"/>
                      </a:endParaRPr>
                    </a:p>
                  </a:txBody>
                  <a:tcPr/>
                </a:tc>
                <a:tc>
                  <a:txBody>
                    <a:bodyPr/>
                    <a:lstStyle/>
                    <a:p>
                      <a:pPr algn="just" fontAlgn="t">
                        <a:lnSpc>
                          <a:spcPts val="1500"/>
                        </a:lnSpc>
                        <a:buNone/>
                      </a:pPr>
                      <a:r>
                        <a:rPr lang="en-US" sz="1400" b="0">
                          <a:effectLst/>
                        </a:rPr>
                        <a:t>Address phase of Write A. The master outputs address A and indicates a write transfer. Slave is selected and accepts the transfer setup. The phase completes when HREADY = 1 at T1.</a:t>
                      </a:r>
                      <a:endParaRPr lang="en-US" sz="1400" b="0" i="0">
                        <a:effectLst/>
                        <a:latin typeface="+mj-lt"/>
                      </a:endParaRPr>
                    </a:p>
                  </a:txBody>
                  <a:tcPr/>
                </a:tc>
                <a:extLst>
                  <a:ext uri="{0D108BD9-81ED-4DB2-BD59-A6C34878D82A}">
                    <a16:rowId xmlns:a16="http://schemas.microsoft.com/office/drawing/2014/main" val="2795284242"/>
                  </a:ext>
                </a:extLst>
              </a:tr>
              <a:tr h="791118">
                <a:tc>
                  <a:txBody>
                    <a:bodyPr/>
                    <a:lstStyle/>
                    <a:p>
                      <a:r>
                        <a:rPr lang="vi-VN" sz="1400"/>
                        <a:t>T1-T2</a:t>
                      </a:r>
                      <a:endParaRPr lang="en-US" sz="1400">
                        <a:latin typeface="+mj-lt"/>
                      </a:endParaRPr>
                    </a:p>
                  </a:txBody>
                  <a:tcPr/>
                </a:tc>
                <a:tc>
                  <a:txBody>
                    <a:bodyPr/>
                    <a:lstStyle/>
                    <a:p>
                      <a:pPr fontAlgn="t">
                        <a:lnSpc>
                          <a:spcPts val="1500"/>
                        </a:lnSpc>
                        <a:buNone/>
                      </a:pPr>
                      <a:r>
                        <a:rPr lang="en-US" sz="1400" b="0">
                          <a:effectLst/>
                        </a:rPr>
                        <a:t>HWDATA = Data(A), HADDR = B, HWRITE set for B, HTRANS = SEQ/NONSEQ, HREADY = 1</a:t>
                      </a:r>
                      <a:endParaRPr lang="en-US" sz="1400" b="0" i="0">
                        <a:effectLst/>
                        <a:latin typeface="+mj-lt"/>
                      </a:endParaRPr>
                    </a:p>
                  </a:txBody>
                  <a:tcPr/>
                </a:tc>
                <a:tc>
                  <a:txBody>
                    <a:bodyPr/>
                    <a:lstStyle/>
                    <a:p>
                      <a:pPr algn="just" fontAlgn="t">
                        <a:lnSpc>
                          <a:spcPts val="1500"/>
                        </a:lnSpc>
                        <a:buNone/>
                      </a:pPr>
                      <a:r>
                        <a:rPr lang="en-US" sz="1400" b="0" dirty="0">
                          <a:effectLst/>
                        </a:rPr>
                        <a:t>Data phase of Write A. The master drives valid write data (Data(A)). In parallel, the address phase of the next transfer B begins.</a:t>
                      </a:r>
                      <a:endParaRPr lang="en-US" sz="1400" b="0" i="0" dirty="0">
                        <a:effectLst/>
                        <a:latin typeface="+mj-lt"/>
                      </a:endParaRPr>
                    </a:p>
                  </a:txBody>
                  <a:tcPr/>
                </a:tc>
                <a:extLst>
                  <a:ext uri="{0D108BD9-81ED-4DB2-BD59-A6C34878D82A}">
                    <a16:rowId xmlns:a16="http://schemas.microsoft.com/office/drawing/2014/main" val="4086146668"/>
                  </a:ext>
                </a:extLst>
              </a:tr>
            </a:tbl>
          </a:graphicData>
        </a:graphic>
      </p:graphicFrame>
      <p:sp>
        <p:nvSpPr>
          <p:cNvPr id="5" name="Title 1">
            <a:extLst>
              <a:ext uri="{FF2B5EF4-FFF2-40B4-BE49-F238E27FC236}">
                <a16:creationId xmlns:a16="http://schemas.microsoft.com/office/drawing/2014/main" id="{250A5271-E6B2-0305-0456-93751A9A4311}"/>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6" name="Title 1">
            <a:extLst>
              <a:ext uri="{FF2B5EF4-FFF2-40B4-BE49-F238E27FC236}">
                <a16:creationId xmlns:a16="http://schemas.microsoft.com/office/drawing/2014/main" id="{39012A2D-9984-DA70-6536-74E1961204C2}"/>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spTree>
    <p:extLst>
      <p:ext uri="{BB962C8B-B14F-4D97-AF65-F5344CB8AC3E}">
        <p14:creationId xmlns:p14="http://schemas.microsoft.com/office/powerpoint/2010/main" val="587441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3805-D220-525B-BBF5-0EC4563E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68DEE-26CA-AAE7-CFBD-63595837DE50}"/>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DDDF223E-5AB3-B822-6E47-E1265F217C80}"/>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961C2F4E-7311-025D-F383-D7A49C9FDAE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116B1D8-D823-5436-775B-AB1DF217581E}"/>
              </a:ext>
            </a:extLst>
          </p:cNvPr>
          <p:cNvSpPr>
            <a:spLocks noGrp="1"/>
          </p:cNvSpPr>
          <p:nvPr>
            <p:ph type="sldNum" sz="quarter" idx="12"/>
          </p:nvPr>
        </p:nvSpPr>
        <p:spPr/>
        <p:txBody>
          <a:bodyPr/>
          <a:lstStyle/>
          <a:p>
            <a:fld id="{148CC95F-0247-41B6-91CF-DC97C76A7088}" type="slidenum">
              <a:rPr lang="en-US" smtClean="0"/>
              <a:t>11</a:t>
            </a:fld>
            <a:endParaRPr lang="en-US"/>
          </a:p>
        </p:txBody>
      </p:sp>
      <p:pic>
        <p:nvPicPr>
          <p:cNvPr id="3" name="Picture 2">
            <a:extLst>
              <a:ext uri="{FF2B5EF4-FFF2-40B4-BE49-F238E27FC236}">
                <a16:creationId xmlns:a16="http://schemas.microsoft.com/office/drawing/2014/main" id="{7F590757-C185-8F21-0350-2D7551A10587}"/>
              </a:ext>
            </a:extLst>
          </p:cNvPr>
          <p:cNvPicPr>
            <a:picLocks noChangeAspect="1"/>
          </p:cNvPicPr>
          <p:nvPr/>
        </p:nvPicPr>
        <p:blipFill>
          <a:blip r:embed="rId2"/>
          <a:stretch>
            <a:fillRect/>
          </a:stretch>
        </p:blipFill>
        <p:spPr>
          <a:xfrm>
            <a:off x="5529686" y="876436"/>
            <a:ext cx="6128914" cy="2173591"/>
          </a:xfrm>
          <a:prstGeom prst="rect">
            <a:avLst/>
          </a:prstGeom>
        </p:spPr>
      </p:pic>
      <p:graphicFrame>
        <p:nvGraphicFramePr>
          <p:cNvPr id="4" name="Table 3">
            <a:extLst>
              <a:ext uri="{FF2B5EF4-FFF2-40B4-BE49-F238E27FC236}">
                <a16:creationId xmlns:a16="http://schemas.microsoft.com/office/drawing/2014/main" id="{241ED9DA-257F-C46A-D575-82DDA44017F8}"/>
              </a:ext>
            </a:extLst>
          </p:cNvPr>
          <p:cNvGraphicFramePr>
            <a:graphicFrameLocks noGrp="1"/>
          </p:cNvGraphicFramePr>
          <p:nvPr>
            <p:extLst>
              <p:ext uri="{D42A27DB-BD31-4B8C-83A1-F6EECF244321}">
                <p14:modId xmlns:p14="http://schemas.microsoft.com/office/powerpoint/2010/main" val="2091907957"/>
              </p:ext>
            </p:extLst>
          </p:nvPr>
        </p:nvGraphicFramePr>
        <p:xfrm>
          <a:off x="533399" y="3352952"/>
          <a:ext cx="11125202" cy="2295582"/>
        </p:xfrm>
        <a:graphic>
          <a:graphicData uri="http://schemas.openxmlformats.org/drawingml/2006/table">
            <a:tbl>
              <a:tblPr firstRow="1" bandRow="1">
                <a:tableStyleId>{073A0DAA-6AF3-43AB-8588-CEC1D06C72B9}</a:tableStyleId>
              </a:tblPr>
              <a:tblGrid>
                <a:gridCol w="1674438">
                  <a:extLst>
                    <a:ext uri="{9D8B030D-6E8A-4147-A177-3AD203B41FA5}">
                      <a16:colId xmlns:a16="http://schemas.microsoft.com/office/drawing/2014/main" val="937800916"/>
                    </a:ext>
                  </a:extLst>
                </a:gridCol>
                <a:gridCol w="3246543">
                  <a:extLst>
                    <a:ext uri="{9D8B030D-6E8A-4147-A177-3AD203B41FA5}">
                      <a16:colId xmlns:a16="http://schemas.microsoft.com/office/drawing/2014/main" val="2927029367"/>
                    </a:ext>
                  </a:extLst>
                </a:gridCol>
                <a:gridCol w="6204221">
                  <a:extLst>
                    <a:ext uri="{9D8B030D-6E8A-4147-A177-3AD203B41FA5}">
                      <a16:colId xmlns:a16="http://schemas.microsoft.com/office/drawing/2014/main" val="939195079"/>
                    </a:ext>
                  </a:extLst>
                </a:gridCol>
              </a:tblGrid>
              <a:tr h="265128">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556317">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HADDR = A, HWRITE = 0, HTRANS = NONSEQ, HREADY = 1</a:t>
                      </a:r>
                      <a:endParaRPr lang="en-US" sz="1400" b="0" i="0">
                        <a:effectLst/>
                        <a:latin typeface="+mj-lt"/>
                      </a:endParaRPr>
                    </a:p>
                  </a:txBody>
                  <a:tcPr/>
                </a:tc>
                <a:tc>
                  <a:txBody>
                    <a:bodyPr/>
                    <a:lstStyle/>
                    <a:p>
                      <a:pPr algn="just" fontAlgn="t">
                        <a:lnSpc>
                          <a:spcPts val="1500"/>
                        </a:lnSpc>
                        <a:buNone/>
                      </a:pPr>
                      <a:r>
                        <a:rPr lang="en-US" sz="1400" b="0">
                          <a:effectLst/>
                        </a:rPr>
                        <a:t>Address phase of Read A. Master outputs address A and indicates a read. Slave begins preparing data.</a:t>
                      </a:r>
                      <a:endParaRPr lang="en-US" sz="1400" b="0" i="0">
                        <a:effectLst/>
                        <a:latin typeface="+mj-lt"/>
                      </a:endParaRPr>
                    </a:p>
                  </a:txBody>
                  <a:tcPr/>
                </a:tc>
                <a:extLst>
                  <a:ext uri="{0D108BD9-81ED-4DB2-BD59-A6C34878D82A}">
                    <a16:rowId xmlns:a16="http://schemas.microsoft.com/office/drawing/2014/main" val="2795284242"/>
                  </a:ext>
                </a:extLst>
              </a:tr>
              <a:tr h="455352">
                <a:tc>
                  <a:txBody>
                    <a:bodyPr/>
                    <a:lstStyle/>
                    <a:p>
                      <a:r>
                        <a:rPr lang="vi-VN" sz="1400"/>
                        <a:t>T1-T2</a:t>
                      </a:r>
                      <a:endParaRPr lang="en-US" sz="1400">
                        <a:latin typeface="+mj-lt"/>
                      </a:endParaRPr>
                    </a:p>
                  </a:txBody>
                  <a:tcPr/>
                </a:tc>
                <a:tc>
                  <a:txBody>
                    <a:bodyPr/>
                    <a:lstStyle/>
                    <a:p>
                      <a:pPr fontAlgn="t">
                        <a:lnSpc>
                          <a:spcPts val="1500"/>
                        </a:lnSpc>
                        <a:buNone/>
                      </a:pPr>
                      <a:r>
                        <a:rPr lang="en-US" sz="1400" b="0">
                          <a:effectLst/>
                        </a:rPr>
                        <a:t>HRDATA invalid, HADDR = B, HREADY = 0</a:t>
                      </a:r>
                      <a:endParaRPr lang="en-US" sz="1400" b="0" i="0">
                        <a:effectLst/>
                        <a:latin typeface="+mj-lt"/>
                      </a:endParaRPr>
                    </a:p>
                  </a:txBody>
                  <a:tcPr/>
                </a:tc>
                <a:tc>
                  <a:txBody>
                    <a:bodyPr/>
                    <a:lstStyle/>
                    <a:p>
                      <a:pPr algn="just" fontAlgn="t">
                        <a:lnSpc>
                          <a:spcPts val="1500"/>
                        </a:lnSpc>
                        <a:buNone/>
                      </a:pPr>
                      <a:r>
                        <a:rPr lang="en-US" sz="1400" b="0">
                          <a:effectLst/>
                        </a:rPr>
                        <a:t>Start of Data phase for Read A. Slave is not ready, so it inserts a wait state by driving HREADY = 0. Master begins address phase of next transfer B.</a:t>
                      </a:r>
                      <a:endParaRPr lang="en-US" sz="1400" b="0" i="0">
                        <a:effectLst/>
                        <a:latin typeface="+mj-lt"/>
                      </a:endParaRPr>
                    </a:p>
                  </a:txBody>
                  <a:tcPr/>
                </a:tc>
                <a:extLst>
                  <a:ext uri="{0D108BD9-81ED-4DB2-BD59-A6C34878D82A}">
                    <a16:rowId xmlns:a16="http://schemas.microsoft.com/office/drawing/2014/main" val="4086146668"/>
                  </a:ext>
                </a:extLst>
              </a:tr>
              <a:tr h="455352">
                <a:tc>
                  <a:txBody>
                    <a:bodyPr/>
                    <a:lstStyle/>
                    <a:p>
                      <a:r>
                        <a:rPr lang="vi-VN" sz="1400"/>
                        <a:t>T2-T3</a:t>
                      </a:r>
                      <a:endParaRPr lang="en-US" sz="1400">
                        <a:latin typeface="+mj-lt"/>
                      </a:endParaRPr>
                    </a:p>
                  </a:txBody>
                  <a:tcPr/>
                </a:tc>
                <a:tc>
                  <a:txBody>
                    <a:bodyPr/>
                    <a:lstStyle/>
                    <a:p>
                      <a:pPr fontAlgn="t">
                        <a:lnSpc>
                          <a:spcPts val="1500"/>
                        </a:lnSpc>
                        <a:buNone/>
                      </a:pPr>
                      <a:r>
                        <a:rPr lang="en-US" sz="1400" b="0">
                          <a:effectLst/>
                        </a:rPr>
                        <a:t>HRDATA invalid, HADDR = B held, HREADY = 0</a:t>
                      </a:r>
                      <a:endParaRPr lang="en-US" sz="1400" b="0" i="0">
                        <a:effectLst/>
                        <a:latin typeface="+mj-lt"/>
                      </a:endParaRPr>
                    </a:p>
                  </a:txBody>
                  <a:tcPr/>
                </a:tc>
                <a:tc>
                  <a:txBody>
                    <a:bodyPr/>
                    <a:lstStyle/>
                    <a:p>
                      <a:pPr algn="just" fontAlgn="t">
                        <a:lnSpc>
                          <a:spcPts val="1500"/>
                        </a:lnSpc>
                        <a:buNone/>
                      </a:pPr>
                      <a:r>
                        <a:rPr lang="en-US" sz="1400" b="0">
                          <a:effectLst/>
                        </a:rPr>
                        <a:t>Second wait state. Slave still not ready, continues to hold HREADY = 0. Address phase of B must remain stable during the stall.</a:t>
                      </a:r>
                      <a:endParaRPr lang="en-US" sz="1400" b="0" i="0">
                        <a:effectLst/>
                        <a:latin typeface="+mj-lt"/>
                      </a:endParaRPr>
                    </a:p>
                  </a:txBody>
                  <a:tcPr/>
                </a:tc>
                <a:extLst>
                  <a:ext uri="{0D108BD9-81ED-4DB2-BD59-A6C34878D82A}">
                    <a16:rowId xmlns:a16="http://schemas.microsoft.com/office/drawing/2014/main" val="2477128536"/>
                  </a:ext>
                </a:extLst>
              </a:tr>
              <a:tr h="455352">
                <a:tc>
                  <a:txBody>
                    <a:bodyPr/>
                    <a:lstStyle/>
                    <a:p>
                      <a:r>
                        <a:rPr lang="vi-VN" sz="1400"/>
                        <a:t>T3-T4</a:t>
                      </a:r>
                      <a:endParaRPr lang="en-US" sz="1400">
                        <a:latin typeface="+mj-lt"/>
                      </a:endParaRPr>
                    </a:p>
                  </a:txBody>
                  <a:tcPr/>
                </a:tc>
                <a:tc>
                  <a:txBody>
                    <a:bodyPr/>
                    <a:lstStyle/>
                    <a:p>
                      <a:pPr fontAlgn="t">
                        <a:lnSpc>
                          <a:spcPts val="1500"/>
                        </a:lnSpc>
                        <a:buNone/>
                      </a:pPr>
                      <a:r>
                        <a:rPr lang="en-US" sz="1400" b="0" dirty="0">
                          <a:effectLst/>
                        </a:rPr>
                        <a:t>HRDATA = Data(A) valid, HREADY = 1</a:t>
                      </a:r>
                      <a:endParaRPr lang="en-US" sz="1400" b="0" i="0" dirty="0">
                        <a:effectLst/>
                        <a:latin typeface="+mj-lt"/>
                      </a:endParaRPr>
                    </a:p>
                  </a:txBody>
                  <a:tcPr/>
                </a:tc>
                <a:tc>
                  <a:txBody>
                    <a:bodyPr/>
                    <a:lstStyle/>
                    <a:p>
                      <a:pPr algn="just" fontAlgn="t">
                        <a:lnSpc>
                          <a:spcPts val="1500"/>
                        </a:lnSpc>
                        <a:buNone/>
                      </a:pPr>
                      <a:r>
                        <a:rPr lang="en-US" sz="1400" b="0" dirty="0">
                          <a:effectLst/>
                        </a:rPr>
                        <a:t>Completion of Data phase for Read A. Slave finally ready and asserts HREADY = 1. Valid Data(A) is returned at the end of this cycle.</a:t>
                      </a:r>
                      <a:endParaRPr lang="en-US" sz="1400" b="0" i="0" dirty="0">
                        <a:effectLst/>
                        <a:latin typeface="+mj-lt"/>
                      </a:endParaRPr>
                    </a:p>
                  </a:txBody>
                  <a:tcPr/>
                </a:tc>
                <a:extLst>
                  <a:ext uri="{0D108BD9-81ED-4DB2-BD59-A6C34878D82A}">
                    <a16:rowId xmlns:a16="http://schemas.microsoft.com/office/drawing/2014/main" val="1478035640"/>
                  </a:ext>
                </a:extLst>
              </a:tr>
            </a:tbl>
          </a:graphicData>
        </a:graphic>
      </p:graphicFrame>
      <p:sp>
        <p:nvSpPr>
          <p:cNvPr id="5" name="Title 1">
            <a:extLst>
              <a:ext uri="{FF2B5EF4-FFF2-40B4-BE49-F238E27FC236}">
                <a16:creationId xmlns:a16="http://schemas.microsoft.com/office/drawing/2014/main" id="{967AFD59-8A76-2BA5-7736-728EB3F1C37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6" name="Title 1">
            <a:extLst>
              <a:ext uri="{FF2B5EF4-FFF2-40B4-BE49-F238E27FC236}">
                <a16:creationId xmlns:a16="http://schemas.microsoft.com/office/drawing/2014/main" id="{2A126190-8D63-F883-C940-716E58523FE2}"/>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spTree>
    <p:extLst>
      <p:ext uri="{BB962C8B-B14F-4D97-AF65-F5344CB8AC3E}">
        <p14:creationId xmlns:p14="http://schemas.microsoft.com/office/powerpoint/2010/main" val="291291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12B3-D279-C3DE-E46A-0ADD364B5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A564E-23AB-A29F-E778-96633ED76420}"/>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3E49AAA8-A27B-DEFF-390E-380BE094A47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84DBF1EF-87AB-4911-697E-E93A1092EE73}"/>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D6DA52D-86B0-82BC-DFEE-5C60DFEA33A6}"/>
              </a:ext>
            </a:extLst>
          </p:cNvPr>
          <p:cNvSpPr>
            <a:spLocks noGrp="1"/>
          </p:cNvSpPr>
          <p:nvPr>
            <p:ph type="sldNum" sz="quarter" idx="12"/>
          </p:nvPr>
        </p:nvSpPr>
        <p:spPr/>
        <p:txBody>
          <a:bodyPr/>
          <a:lstStyle/>
          <a:p>
            <a:fld id="{148CC95F-0247-41B6-91CF-DC97C76A7088}" type="slidenum">
              <a:rPr lang="en-US" smtClean="0"/>
              <a:t>12</a:t>
            </a:fld>
            <a:endParaRPr lang="en-US"/>
          </a:p>
        </p:txBody>
      </p:sp>
      <p:pic>
        <p:nvPicPr>
          <p:cNvPr id="3" name="Picture 2">
            <a:extLst>
              <a:ext uri="{FF2B5EF4-FFF2-40B4-BE49-F238E27FC236}">
                <a16:creationId xmlns:a16="http://schemas.microsoft.com/office/drawing/2014/main" id="{F5F4F334-A7D1-A233-C4B2-B7A63B374924}"/>
              </a:ext>
            </a:extLst>
          </p:cNvPr>
          <p:cNvPicPr>
            <a:picLocks noChangeAspect="1"/>
          </p:cNvPicPr>
          <p:nvPr/>
        </p:nvPicPr>
        <p:blipFill>
          <a:blip r:embed="rId2"/>
          <a:stretch>
            <a:fillRect/>
          </a:stretch>
        </p:blipFill>
        <p:spPr>
          <a:xfrm>
            <a:off x="5719313" y="762855"/>
            <a:ext cx="5834310" cy="2400754"/>
          </a:xfrm>
          <a:prstGeom prst="rect">
            <a:avLst/>
          </a:prstGeom>
        </p:spPr>
      </p:pic>
      <p:graphicFrame>
        <p:nvGraphicFramePr>
          <p:cNvPr id="4" name="Table 3">
            <a:extLst>
              <a:ext uri="{FF2B5EF4-FFF2-40B4-BE49-F238E27FC236}">
                <a16:creationId xmlns:a16="http://schemas.microsoft.com/office/drawing/2014/main" id="{08FE3F7D-718F-B04D-D3E0-7D2410A9EA0A}"/>
              </a:ext>
            </a:extLst>
          </p:cNvPr>
          <p:cNvGraphicFramePr>
            <a:graphicFrameLocks noGrp="1"/>
          </p:cNvGraphicFramePr>
          <p:nvPr>
            <p:extLst>
              <p:ext uri="{D42A27DB-BD31-4B8C-83A1-F6EECF244321}">
                <p14:modId xmlns:p14="http://schemas.microsoft.com/office/powerpoint/2010/main" val="2742391028"/>
              </p:ext>
            </p:extLst>
          </p:nvPr>
        </p:nvGraphicFramePr>
        <p:xfrm>
          <a:off x="533398" y="3252493"/>
          <a:ext cx="11020225" cy="2727850"/>
        </p:xfrm>
        <a:graphic>
          <a:graphicData uri="http://schemas.openxmlformats.org/drawingml/2006/table">
            <a:tbl>
              <a:tblPr firstRow="1" bandRow="1">
                <a:tableStyleId>{073A0DAA-6AF3-43AB-8588-CEC1D06C72B9}</a:tableStyleId>
              </a:tblPr>
              <a:tblGrid>
                <a:gridCol w="1658638">
                  <a:extLst>
                    <a:ext uri="{9D8B030D-6E8A-4147-A177-3AD203B41FA5}">
                      <a16:colId xmlns:a16="http://schemas.microsoft.com/office/drawing/2014/main" val="937800916"/>
                    </a:ext>
                  </a:extLst>
                </a:gridCol>
                <a:gridCol w="3215909">
                  <a:extLst>
                    <a:ext uri="{9D8B030D-6E8A-4147-A177-3AD203B41FA5}">
                      <a16:colId xmlns:a16="http://schemas.microsoft.com/office/drawing/2014/main" val="2927029367"/>
                    </a:ext>
                  </a:extLst>
                </a:gridCol>
                <a:gridCol w="6145678">
                  <a:extLst>
                    <a:ext uri="{9D8B030D-6E8A-4147-A177-3AD203B41FA5}">
                      <a16:colId xmlns:a16="http://schemas.microsoft.com/office/drawing/2014/main" val="939195079"/>
                    </a:ext>
                  </a:extLst>
                </a:gridCol>
              </a:tblGrid>
              <a:tr h="207399">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665293">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HADDR = A, HWRITE = 1, HTRANS = NONSEQ, HREADY = 1</a:t>
                      </a:r>
                      <a:endParaRPr lang="en-US" sz="1400" b="0" i="0">
                        <a:effectLst/>
                        <a:latin typeface="+mj-lt"/>
                      </a:endParaRPr>
                    </a:p>
                  </a:txBody>
                  <a:tcPr/>
                </a:tc>
                <a:tc>
                  <a:txBody>
                    <a:bodyPr/>
                    <a:lstStyle/>
                    <a:p>
                      <a:pPr algn="just" fontAlgn="t">
                        <a:lnSpc>
                          <a:spcPts val="1500"/>
                        </a:lnSpc>
                        <a:buNone/>
                      </a:pPr>
                      <a:r>
                        <a:rPr lang="en-US" sz="1400" b="0">
                          <a:effectLst/>
                        </a:rPr>
                        <a:t>Address phase of Write A. Master outputs address A and indicates a write transfer. Slave accepts the setup because HREADY = 1.</a:t>
                      </a:r>
                      <a:endParaRPr lang="en-US" sz="1400" b="0" i="0">
                        <a:effectLst/>
                        <a:latin typeface="+mj-lt"/>
                      </a:endParaRPr>
                    </a:p>
                  </a:txBody>
                  <a:tcPr/>
                </a:tc>
                <a:extLst>
                  <a:ext uri="{0D108BD9-81ED-4DB2-BD59-A6C34878D82A}">
                    <a16:rowId xmlns:a16="http://schemas.microsoft.com/office/drawing/2014/main" val="2795284242"/>
                  </a:ext>
                </a:extLst>
              </a:tr>
              <a:tr h="544551">
                <a:tc>
                  <a:txBody>
                    <a:bodyPr/>
                    <a:lstStyle/>
                    <a:p>
                      <a:r>
                        <a:rPr lang="vi-VN" sz="1400"/>
                        <a:t>T1-T2</a:t>
                      </a:r>
                      <a:endParaRPr lang="en-US" sz="1400">
                        <a:latin typeface="+mj-lt"/>
                      </a:endParaRPr>
                    </a:p>
                  </a:txBody>
                  <a:tcPr/>
                </a:tc>
                <a:tc>
                  <a:txBody>
                    <a:bodyPr/>
                    <a:lstStyle/>
                    <a:p>
                      <a:pPr fontAlgn="t">
                        <a:lnSpc>
                          <a:spcPts val="1500"/>
                        </a:lnSpc>
                        <a:buNone/>
                      </a:pPr>
                      <a:r>
                        <a:rPr lang="en-US" sz="1400" b="0">
                          <a:effectLst/>
                        </a:rPr>
                        <a:t>HWDATA = Data(A), HADDR = B, HREADY = 0</a:t>
                      </a:r>
                      <a:endParaRPr lang="en-US" sz="1400" b="0" i="0">
                        <a:effectLst/>
                        <a:latin typeface="+mj-lt"/>
                      </a:endParaRPr>
                    </a:p>
                  </a:txBody>
                  <a:tcPr/>
                </a:tc>
                <a:tc>
                  <a:txBody>
                    <a:bodyPr/>
                    <a:lstStyle/>
                    <a:p>
                      <a:pPr algn="just" fontAlgn="t">
                        <a:lnSpc>
                          <a:spcPts val="1500"/>
                        </a:lnSpc>
                        <a:buNone/>
                      </a:pPr>
                      <a:r>
                        <a:rPr lang="en-US" sz="1400" b="0">
                          <a:effectLst/>
                        </a:rPr>
                        <a:t>Start of Data phase for Write A. Master drives write data (Data(A)). Slave is not ready, so it inserts one wait state by pulling HREADY = 0. Address phase of next transfer B begins in parallel but must be held stable.</a:t>
                      </a:r>
                      <a:endParaRPr lang="en-US" sz="1400" b="0" i="0">
                        <a:effectLst/>
                        <a:latin typeface="+mj-lt"/>
                      </a:endParaRPr>
                    </a:p>
                  </a:txBody>
                  <a:tcPr/>
                </a:tc>
                <a:extLst>
                  <a:ext uri="{0D108BD9-81ED-4DB2-BD59-A6C34878D82A}">
                    <a16:rowId xmlns:a16="http://schemas.microsoft.com/office/drawing/2014/main" val="4086146668"/>
                  </a:ext>
                </a:extLst>
              </a:tr>
              <a:tr h="544551">
                <a:tc>
                  <a:txBody>
                    <a:bodyPr/>
                    <a:lstStyle/>
                    <a:p>
                      <a:r>
                        <a:rPr lang="vi-VN" sz="1400"/>
                        <a:t>T2-T3</a:t>
                      </a:r>
                      <a:endParaRPr lang="en-US" sz="1400">
                        <a:latin typeface="+mj-lt"/>
                      </a:endParaRPr>
                    </a:p>
                  </a:txBody>
                  <a:tcPr/>
                </a:tc>
                <a:tc>
                  <a:txBody>
                    <a:bodyPr/>
                    <a:lstStyle/>
                    <a:p>
                      <a:pPr fontAlgn="t">
                        <a:lnSpc>
                          <a:spcPts val="1500"/>
                        </a:lnSpc>
                        <a:buNone/>
                      </a:pPr>
                      <a:r>
                        <a:rPr lang="en-US" sz="1400" b="0">
                          <a:effectLst/>
                        </a:rPr>
                        <a:t>HWDATA sampled, HREADY = 1</a:t>
                      </a:r>
                      <a:endParaRPr lang="en-US" sz="1400" b="0" i="0">
                        <a:effectLst/>
                        <a:latin typeface="+mj-lt"/>
                      </a:endParaRPr>
                    </a:p>
                  </a:txBody>
                  <a:tcPr/>
                </a:tc>
                <a:tc>
                  <a:txBody>
                    <a:bodyPr/>
                    <a:lstStyle/>
                    <a:p>
                      <a:pPr algn="just" fontAlgn="t">
                        <a:lnSpc>
                          <a:spcPts val="1500"/>
                        </a:lnSpc>
                        <a:buNone/>
                      </a:pPr>
                      <a:r>
                        <a:rPr lang="en-US" sz="1400" b="0">
                          <a:effectLst/>
                        </a:rPr>
                        <a:t>Completion of Data phase for Write A. Slave becomes ready and asserts HREADY = 1, allowing the write to complete.</a:t>
                      </a:r>
                      <a:endParaRPr lang="en-US" sz="1400" b="0" i="0">
                        <a:effectLst/>
                        <a:latin typeface="+mj-lt"/>
                      </a:endParaRPr>
                    </a:p>
                  </a:txBody>
                  <a:tcPr/>
                </a:tc>
                <a:extLst>
                  <a:ext uri="{0D108BD9-81ED-4DB2-BD59-A6C34878D82A}">
                    <a16:rowId xmlns:a16="http://schemas.microsoft.com/office/drawing/2014/main" val="2477128536"/>
                  </a:ext>
                </a:extLst>
              </a:tr>
              <a:tr h="544551">
                <a:tc>
                  <a:txBody>
                    <a:bodyPr/>
                    <a:lstStyle/>
                    <a:p>
                      <a:r>
                        <a:rPr lang="vi-VN" sz="1400"/>
                        <a:t>T3-T4</a:t>
                      </a:r>
                      <a:endParaRPr lang="en-US" sz="1400">
                        <a:latin typeface="+mj-lt"/>
                      </a:endParaRPr>
                    </a:p>
                  </a:txBody>
                  <a:tcPr/>
                </a:tc>
                <a:tc>
                  <a:txBody>
                    <a:bodyPr/>
                    <a:lstStyle/>
                    <a:p>
                      <a:pPr fontAlgn="t">
                        <a:lnSpc>
                          <a:spcPts val="1500"/>
                        </a:lnSpc>
                        <a:buNone/>
                      </a:pPr>
                      <a:r>
                        <a:rPr lang="en-US" sz="1400" b="0">
                          <a:effectLst/>
                        </a:rPr>
                        <a:t>HWDATA = Data(B) (if write), HREADY = 1</a:t>
                      </a:r>
                      <a:endParaRPr lang="en-US" sz="1400" b="0" i="0">
                        <a:effectLst/>
                        <a:latin typeface="+mj-lt"/>
                      </a:endParaRPr>
                    </a:p>
                  </a:txBody>
                  <a:tcPr/>
                </a:tc>
                <a:tc>
                  <a:txBody>
                    <a:bodyPr/>
                    <a:lstStyle/>
                    <a:p>
                      <a:pPr algn="just" fontAlgn="t">
                        <a:lnSpc>
                          <a:spcPts val="1500"/>
                        </a:lnSpc>
                        <a:buNone/>
                      </a:pPr>
                      <a:r>
                        <a:rPr lang="en-US" sz="1400" b="0" dirty="0">
                          <a:effectLst/>
                        </a:rPr>
                        <a:t>Data phase of Write B (if B is a write), or normal continuation of next transfer.</a:t>
                      </a:r>
                      <a:endParaRPr lang="en-US" sz="1400" b="0" i="0" dirty="0">
                        <a:effectLst/>
                        <a:latin typeface="+mj-lt"/>
                      </a:endParaRPr>
                    </a:p>
                  </a:txBody>
                  <a:tcPr/>
                </a:tc>
                <a:extLst>
                  <a:ext uri="{0D108BD9-81ED-4DB2-BD59-A6C34878D82A}">
                    <a16:rowId xmlns:a16="http://schemas.microsoft.com/office/drawing/2014/main" val="1478035640"/>
                  </a:ext>
                </a:extLst>
              </a:tr>
            </a:tbl>
          </a:graphicData>
        </a:graphic>
      </p:graphicFrame>
      <p:sp>
        <p:nvSpPr>
          <p:cNvPr id="5" name="Title 1">
            <a:extLst>
              <a:ext uri="{FF2B5EF4-FFF2-40B4-BE49-F238E27FC236}">
                <a16:creationId xmlns:a16="http://schemas.microsoft.com/office/drawing/2014/main" id="{1CF6E2D4-2313-EFDB-888C-5A907C986DF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6" name="Title 1">
            <a:extLst>
              <a:ext uri="{FF2B5EF4-FFF2-40B4-BE49-F238E27FC236}">
                <a16:creationId xmlns:a16="http://schemas.microsoft.com/office/drawing/2014/main" id="{C974F33C-AEAA-D124-1232-23FEC395CEDA}"/>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spTree>
    <p:extLst>
      <p:ext uri="{BB962C8B-B14F-4D97-AF65-F5344CB8AC3E}">
        <p14:creationId xmlns:p14="http://schemas.microsoft.com/office/powerpoint/2010/main" val="2626190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23321-374A-7FF4-1254-091E5AF77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AECA5-2DD7-3941-4507-FEC0952E794B}"/>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58F4EAD9-5754-4D1F-1D71-14D6E6B0865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08FDBE17-0372-FC54-771F-7694177DABB8}"/>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0B19A6F-EFD6-94DD-CD5B-79FBDEF3469D}"/>
              </a:ext>
            </a:extLst>
          </p:cNvPr>
          <p:cNvSpPr>
            <a:spLocks noGrp="1"/>
          </p:cNvSpPr>
          <p:nvPr>
            <p:ph type="sldNum" sz="quarter" idx="12"/>
          </p:nvPr>
        </p:nvSpPr>
        <p:spPr/>
        <p:txBody>
          <a:bodyPr/>
          <a:lstStyle/>
          <a:p>
            <a:fld id="{148CC95F-0247-41B6-91CF-DC97C76A7088}" type="slidenum">
              <a:rPr lang="en-US" smtClean="0"/>
              <a:t>13</a:t>
            </a:fld>
            <a:endParaRPr lang="en-US"/>
          </a:p>
        </p:txBody>
      </p:sp>
      <p:pic>
        <p:nvPicPr>
          <p:cNvPr id="3" name="Picture 2">
            <a:extLst>
              <a:ext uri="{FF2B5EF4-FFF2-40B4-BE49-F238E27FC236}">
                <a16:creationId xmlns:a16="http://schemas.microsoft.com/office/drawing/2014/main" id="{1933D67E-70FC-6A61-F520-5D2343FC4B0C}"/>
              </a:ext>
            </a:extLst>
          </p:cNvPr>
          <p:cNvPicPr>
            <a:picLocks noChangeAspect="1"/>
          </p:cNvPicPr>
          <p:nvPr/>
        </p:nvPicPr>
        <p:blipFill>
          <a:blip r:embed="rId2"/>
          <a:stretch>
            <a:fillRect/>
          </a:stretch>
        </p:blipFill>
        <p:spPr>
          <a:xfrm>
            <a:off x="4626238" y="906792"/>
            <a:ext cx="7032362" cy="2448610"/>
          </a:xfrm>
          <a:prstGeom prst="rect">
            <a:avLst/>
          </a:prstGeom>
        </p:spPr>
      </p:pic>
      <p:graphicFrame>
        <p:nvGraphicFramePr>
          <p:cNvPr id="4" name="Table 3">
            <a:extLst>
              <a:ext uri="{FF2B5EF4-FFF2-40B4-BE49-F238E27FC236}">
                <a16:creationId xmlns:a16="http://schemas.microsoft.com/office/drawing/2014/main" id="{DAE8DE15-061C-CCE6-9BDC-6A9DEFF18B78}"/>
              </a:ext>
            </a:extLst>
          </p:cNvPr>
          <p:cNvGraphicFramePr>
            <a:graphicFrameLocks noGrp="1"/>
          </p:cNvGraphicFramePr>
          <p:nvPr>
            <p:extLst>
              <p:ext uri="{D42A27DB-BD31-4B8C-83A1-F6EECF244321}">
                <p14:modId xmlns:p14="http://schemas.microsoft.com/office/powerpoint/2010/main" val="3250923816"/>
              </p:ext>
            </p:extLst>
          </p:nvPr>
        </p:nvGraphicFramePr>
        <p:xfrm>
          <a:off x="533399" y="3502598"/>
          <a:ext cx="11125202" cy="2828925"/>
        </p:xfrm>
        <a:graphic>
          <a:graphicData uri="http://schemas.openxmlformats.org/drawingml/2006/table">
            <a:tbl>
              <a:tblPr firstRow="1" bandRow="1">
                <a:tableStyleId>{073A0DAA-6AF3-43AB-8588-CEC1D06C72B9}</a:tableStyleId>
              </a:tblPr>
              <a:tblGrid>
                <a:gridCol w="1674438">
                  <a:extLst>
                    <a:ext uri="{9D8B030D-6E8A-4147-A177-3AD203B41FA5}">
                      <a16:colId xmlns:a16="http://schemas.microsoft.com/office/drawing/2014/main" val="937800916"/>
                    </a:ext>
                  </a:extLst>
                </a:gridCol>
                <a:gridCol w="3246542">
                  <a:extLst>
                    <a:ext uri="{9D8B030D-6E8A-4147-A177-3AD203B41FA5}">
                      <a16:colId xmlns:a16="http://schemas.microsoft.com/office/drawing/2014/main" val="2927029367"/>
                    </a:ext>
                  </a:extLst>
                </a:gridCol>
                <a:gridCol w="6204222">
                  <a:extLst>
                    <a:ext uri="{9D8B030D-6E8A-4147-A177-3AD203B41FA5}">
                      <a16:colId xmlns:a16="http://schemas.microsoft.com/office/drawing/2014/main" val="939195079"/>
                    </a:ext>
                  </a:extLst>
                </a:gridCol>
              </a:tblGrid>
              <a:tr h="232959">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539375">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HSEL = 1, HTRANS = 10 (NONSEQ), HWRITE = 1, HADDR = Address(A), HREADY = 1</a:t>
                      </a:r>
                      <a:endParaRPr lang="en-US" sz="1400" b="0" i="0">
                        <a:effectLst/>
                        <a:latin typeface="+mj-lt"/>
                      </a:endParaRPr>
                    </a:p>
                  </a:txBody>
                  <a:tcPr/>
                </a:tc>
                <a:tc>
                  <a:txBody>
                    <a:bodyPr/>
                    <a:lstStyle/>
                    <a:p>
                      <a:pPr algn="just" fontAlgn="t">
                        <a:lnSpc>
                          <a:spcPts val="1500"/>
                        </a:lnSpc>
                        <a:buNone/>
                      </a:pPr>
                      <a:r>
                        <a:rPr lang="en-US" sz="1400" b="0">
                          <a:effectLst/>
                        </a:rPr>
                        <a:t>Address phase of Transfer A. Slave is selected and master issues control signals. Phase completes when HREADY = 1 at T1.</a:t>
                      </a:r>
                      <a:endParaRPr lang="en-US" sz="1400" b="0" i="0">
                        <a:effectLst/>
                        <a:latin typeface="+mj-lt"/>
                      </a:endParaRPr>
                    </a:p>
                  </a:txBody>
                  <a:tcPr/>
                </a:tc>
                <a:extLst>
                  <a:ext uri="{0D108BD9-81ED-4DB2-BD59-A6C34878D82A}">
                    <a16:rowId xmlns:a16="http://schemas.microsoft.com/office/drawing/2014/main" val="2795284242"/>
                  </a:ext>
                </a:extLst>
              </a:tr>
              <a:tr h="468311">
                <a:tc>
                  <a:txBody>
                    <a:bodyPr/>
                    <a:lstStyle/>
                    <a:p>
                      <a:r>
                        <a:rPr lang="vi-VN" sz="1400"/>
                        <a:t>T1-T2</a:t>
                      </a:r>
                      <a:endParaRPr lang="en-US" sz="1400">
                        <a:latin typeface="+mj-lt"/>
                      </a:endParaRPr>
                    </a:p>
                  </a:txBody>
                  <a:tcPr/>
                </a:tc>
                <a:tc>
                  <a:txBody>
                    <a:bodyPr/>
                    <a:lstStyle/>
                    <a:p>
                      <a:pPr fontAlgn="t">
                        <a:lnSpc>
                          <a:spcPts val="1500"/>
                        </a:lnSpc>
                        <a:buNone/>
                      </a:pPr>
                      <a:r>
                        <a:rPr lang="en-US" sz="1400" b="0">
                          <a:effectLst/>
                        </a:rPr>
                        <a:t>HWDATA valid, HADDR = Address(B), control signals for B, HREADY = 1</a:t>
                      </a:r>
                      <a:endParaRPr lang="en-US" sz="1400" b="0" i="0">
                        <a:effectLst/>
                        <a:latin typeface="+mj-lt"/>
                      </a:endParaRPr>
                    </a:p>
                  </a:txBody>
                  <a:tcPr/>
                </a:tc>
                <a:tc>
                  <a:txBody>
                    <a:bodyPr/>
                    <a:lstStyle/>
                    <a:p>
                      <a:pPr algn="just" fontAlgn="t">
                        <a:lnSpc>
                          <a:spcPts val="1500"/>
                        </a:lnSpc>
                        <a:buNone/>
                      </a:pPr>
                      <a:r>
                        <a:rPr lang="en-US" sz="1400" b="0">
                          <a:effectLst/>
                        </a:rPr>
                        <a:t>Data phase of A with valid HWDATA. At the same time, address phase of Transfer B begins. Ends when HREADY = 1 at T2.</a:t>
                      </a:r>
                      <a:endParaRPr lang="en-US" sz="1400" b="0" i="0">
                        <a:effectLst/>
                        <a:latin typeface="+mj-lt"/>
                      </a:endParaRPr>
                    </a:p>
                  </a:txBody>
                  <a:tcPr/>
                </a:tc>
                <a:extLst>
                  <a:ext uri="{0D108BD9-81ED-4DB2-BD59-A6C34878D82A}">
                    <a16:rowId xmlns:a16="http://schemas.microsoft.com/office/drawing/2014/main" val="4086146668"/>
                  </a:ext>
                </a:extLst>
              </a:tr>
              <a:tr h="468311">
                <a:tc>
                  <a:txBody>
                    <a:bodyPr/>
                    <a:lstStyle/>
                    <a:p>
                      <a:r>
                        <a:rPr lang="vi-VN" sz="1400"/>
                        <a:t>T2-T4</a:t>
                      </a:r>
                      <a:endParaRPr lang="en-US" sz="1400">
                        <a:latin typeface="+mj-lt"/>
                      </a:endParaRPr>
                    </a:p>
                  </a:txBody>
                  <a:tcPr/>
                </a:tc>
                <a:tc>
                  <a:txBody>
                    <a:bodyPr/>
                    <a:lstStyle/>
                    <a:p>
                      <a:pPr fontAlgn="t">
                        <a:lnSpc>
                          <a:spcPts val="1500"/>
                        </a:lnSpc>
                        <a:buNone/>
                      </a:pPr>
                      <a:r>
                        <a:rPr lang="en-US" sz="1400" b="0">
                          <a:effectLst/>
                        </a:rPr>
                        <a:t>HRDATA valid at T4, HREADY = 0 → 1, HADDR = Address(C) held stable</a:t>
                      </a:r>
                      <a:endParaRPr lang="en-US" sz="1400" b="0" i="0">
                        <a:effectLst/>
                        <a:latin typeface="+mj-lt"/>
                      </a:endParaRPr>
                    </a:p>
                  </a:txBody>
                  <a:tcPr/>
                </a:tc>
                <a:tc>
                  <a:txBody>
                    <a:bodyPr/>
                    <a:lstStyle/>
                    <a:p>
                      <a:pPr algn="just" fontAlgn="t">
                        <a:lnSpc>
                          <a:spcPts val="1500"/>
                        </a:lnSpc>
                        <a:buNone/>
                      </a:pPr>
                      <a:r>
                        <a:rPr lang="en-US" sz="1400" b="0">
                          <a:effectLst/>
                        </a:rPr>
                        <a:t>Data phase of B and address phase of C occur in parallel. Because Read B needs 1 extra cycle, slave drives HREADY = 0 from T2 → T3 to insert a wait state. At T4, slave asserts HREADY = 1 and outputs valid HRDATA. Master must hold address phase of C until HREADY returns to 1.</a:t>
                      </a:r>
                      <a:endParaRPr lang="en-US" sz="1400" b="0" i="0">
                        <a:effectLst/>
                        <a:latin typeface="+mj-lt"/>
                      </a:endParaRPr>
                    </a:p>
                  </a:txBody>
                  <a:tcPr/>
                </a:tc>
                <a:extLst>
                  <a:ext uri="{0D108BD9-81ED-4DB2-BD59-A6C34878D82A}">
                    <a16:rowId xmlns:a16="http://schemas.microsoft.com/office/drawing/2014/main" val="3944376230"/>
                  </a:ext>
                </a:extLst>
              </a:tr>
              <a:tr h="468311">
                <a:tc>
                  <a:txBody>
                    <a:bodyPr/>
                    <a:lstStyle/>
                    <a:p>
                      <a:r>
                        <a:rPr lang="vi-VN" sz="1400"/>
                        <a:t>T4-T5</a:t>
                      </a:r>
                      <a:endParaRPr lang="en-US" sz="1400">
                        <a:latin typeface="+mj-lt"/>
                      </a:endParaRPr>
                    </a:p>
                  </a:txBody>
                  <a:tcPr/>
                </a:tc>
                <a:tc>
                  <a:txBody>
                    <a:bodyPr/>
                    <a:lstStyle/>
                    <a:p>
                      <a:r>
                        <a:rPr lang="en-US" sz="1400"/>
                        <a:t>HWDATA valid (Write C), HTRANS = 00 if no new transfer</a:t>
                      </a:r>
                      <a:endParaRPr lang="en-US" sz="1400">
                        <a:latin typeface="+mj-lt"/>
                      </a:endParaRPr>
                    </a:p>
                  </a:txBody>
                  <a:tcPr/>
                </a:tc>
                <a:tc>
                  <a:txBody>
                    <a:bodyPr/>
                    <a:lstStyle/>
                    <a:p>
                      <a:pPr algn="just" fontAlgn="t">
                        <a:lnSpc>
                          <a:spcPts val="1500"/>
                        </a:lnSpc>
                        <a:buNone/>
                      </a:pPr>
                      <a:r>
                        <a:rPr lang="en-US" sz="1400" b="0" dirty="0">
                          <a:effectLst/>
                        </a:rPr>
                        <a:t>Data phase of C begins, with the address phase of next transfer (if any). If no further transfers, master sets HTRANS = 00 (IDLE)</a:t>
                      </a:r>
                      <a:r>
                        <a:rPr lang="vi-VN" sz="1400" b="0" dirty="0">
                          <a:effectLst/>
                        </a:rPr>
                        <a:t>.</a:t>
                      </a:r>
                      <a:endParaRPr lang="en-US" sz="1400" b="0" i="0" dirty="0">
                        <a:effectLst/>
                        <a:latin typeface="+mj-lt"/>
                      </a:endParaRPr>
                    </a:p>
                  </a:txBody>
                  <a:tcPr/>
                </a:tc>
                <a:extLst>
                  <a:ext uri="{0D108BD9-81ED-4DB2-BD59-A6C34878D82A}">
                    <a16:rowId xmlns:a16="http://schemas.microsoft.com/office/drawing/2014/main" val="3504912308"/>
                  </a:ext>
                </a:extLst>
              </a:tr>
            </a:tbl>
          </a:graphicData>
        </a:graphic>
      </p:graphicFrame>
      <p:sp>
        <p:nvSpPr>
          <p:cNvPr id="5" name="Title 1">
            <a:extLst>
              <a:ext uri="{FF2B5EF4-FFF2-40B4-BE49-F238E27FC236}">
                <a16:creationId xmlns:a16="http://schemas.microsoft.com/office/drawing/2014/main" id="{FD3F360E-8B38-0902-4C3A-21FFF9446372}"/>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6" name="Title 1">
            <a:extLst>
              <a:ext uri="{FF2B5EF4-FFF2-40B4-BE49-F238E27FC236}">
                <a16:creationId xmlns:a16="http://schemas.microsoft.com/office/drawing/2014/main" id="{638D5E22-8664-E0CF-AFED-00166A5EA4C1}"/>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1.4.1. Basic Transfers</a:t>
            </a:r>
            <a:endParaRPr lang="en-US" sz="2200" b="1" dirty="0"/>
          </a:p>
        </p:txBody>
      </p:sp>
    </p:spTree>
    <p:extLst>
      <p:ext uri="{BB962C8B-B14F-4D97-AF65-F5344CB8AC3E}">
        <p14:creationId xmlns:p14="http://schemas.microsoft.com/office/powerpoint/2010/main" val="1377593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A33A-70C9-C35F-09F1-54A49DFD3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5A245-D9F7-E7BE-9746-BA52882E3D76}"/>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97446921-78B2-388F-F396-9A18A25BF904}"/>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999F4DE-E2F1-4281-604C-8B3C797C02C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8AC1104-169E-AEB4-7340-353AB6A76FB3}"/>
              </a:ext>
            </a:extLst>
          </p:cNvPr>
          <p:cNvSpPr>
            <a:spLocks noGrp="1"/>
          </p:cNvSpPr>
          <p:nvPr>
            <p:ph type="sldNum" sz="quarter" idx="12"/>
          </p:nvPr>
        </p:nvSpPr>
        <p:spPr/>
        <p:txBody>
          <a:bodyPr/>
          <a:lstStyle/>
          <a:p>
            <a:fld id="{148CC95F-0247-41B6-91CF-DC97C76A7088}" type="slidenum">
              <a:rPr lang="en-US" smtClean="0"/>
              <a:t>14</a:t>
            </a:fld>
            <a:endParaRPr lang="en-US"/>
          </a:p>
        </p:txBody>
      </p:sp>
      <p:graphicFrame>
        <p:nvGraphicFramePr>
          <p:cNvPr id="3" name="Table 2">
            <a:extLst>
              <a:ext uri="{FF2B5EF4-FFF2-40B4-BE49-F238E27FC236}">
                <a16:creationId xmlns:a16="http://schemas.microsoft.com/office/drawing/2014/main" id="{C00B0124-9A7F-E0CD-BEC8-BDA82A16AC13}"/>
              </a:ext>
            </a:extLst>
          </p:cNvPr>
          <p:cNvGraphicFramePr>
            <a:graphicFrameLocks noGrp="1"/>
          </p:cNvGraphicFramePr>
          <p:nvPr>
            <p:extLst>
              <p:ext uri="{D42A27DB-BD31-4B8C-83A1-F6EECF244321}">
                <p14:modId xmlns:p14="http://schemas.microsoft.com/office/powerpoint/2010/main" val="2870326275"/>
              </p:ext>
            </p:extLst>
          </p:nvPr>
        </p:nvGraphicFramePr>
        <p:xfrm>
          <a:off x="533399" y="2968022"/>
          <a:ext cx="11125202" cy="2283460"/>
        </p:xfrm>
        <a:graphic>
          <a:graphicData uri="http://schemas.openxmlformats.org/drawingml/2006/table">
            <a:tbl>
              <a:tblPr firstRow="1" bandRow="1">
                <a:tableStyleId>{073A0DAA-6AF3-43AB-8588-CEC1D06C72B9}</a:tableStyleId>
              </a:tblPr>
              <a:tblGrid>
                <a:gridCol w="2414425">
                  <a:extLst>
                    <a:ext uri="{9D8B030D-6E8A-4147-A177-3AD203B41FA5}">
                      <a16:colId xmlns:a16="http://schemas.microsoft.com/office/drawing/2014/main" val="937800916"/>
                    </a:ext>
                  </a:extLst>
                </a:gridCol>
                <a:gridCol w="2272616">
                  <a:extLst>
                    <a:ext uri="{9D8B030D-6E8A-4147-A177-3AD203B41FA5}">
                      <a16:colId xmlns:a16="http://schemas.microsoft.com/office/drawing/2014/main" val="2927029367"/>
                    </a:ext>
                  </a:extLst>
                </a:gridCol>
                <a:gridCol w="6438161">
                  <a:extLst>
                    <a:ext uri="{9D8B030D-6E8A-4147-A177-3AD203B41FA5}">
                      <a16:colId xmlns:a16="http://schemas.microsoft.com/office/drawing/2014/main" val="939195079"/>
                    </a:ext>
                  </a:extLst>
                </a:gridCol>
              </a:tblGrid>
              <a:tr h="370840">
                <a:tc>
                  <a:txBody>
                    <a:bodyPr/>
                    <a:lstStyle/>
                    <a:p>
                      <a:pPr algn="ctr"/>
                      <a:r>
                        <a:rPr lang="vi-VN" sz="1400"/>
                        <a:t>HTRANS[1:0]</a:t>
                      </a:r>
                      <a:endParaRPr lang="en-US" sz="1400">
                        <a:latin typeface="+mj-lt"/>
                      </a:endParaRPr>
                    </a:p>
                  </a:txBody>
                  <a:tcPr/>
                </a:tc>
                <a:tc>
                  <a:txBody>
                    <a:bodyPr/>
                    <a:lstStyle/>
                    <a:p>
                      <a:pPr algn="ctr"/>
                      <a:r>
                        <a:rPr lang="vi-VN" sz="1400"/>
                        <a:t>Type</a:t>
                      </a:r>
                      <a:endParaRPr lang="en-US" sz="1400">
                        <a:latin typeface="+mj-lt"/>
                      </a:endParaRPr>
                    </a:p>
                  </a:txBody>
                  <a:tcPr/>
                </a:tc>
                <a:tc>
                  <a:txBody>
                    <a:bodyPr/>
                    <a:lstStyle/>
                    <a:p>
                      <a:pPr algn="ctr"/>
                      <a:r>
                        <a:rPr lang="vi-VN" sz="1400" dirty="0"/>
                        <a:t>Descriptions</a:t>
                      </a:r>
                      <a:endParaRPr lang="en-US" sz="1400" dirty="0">
                        <a:latin typeface="+mj-lt"/>
                      </a:endParaRPr>
                    </a:p>
                  </a:txBody>
                  <a:tcPr/>
                </a:tc>
                <a:extLst>
                  <a:ext uri="{0D108BD9-81ED-4DB2-BD59-A6C34878D82A}">
                    <a16:rowId xmlns:a16="http://schemas.microsoft.com/office/drawing/2014/main" val="99632705"/>
                  </a:ext>
                </a:extLst>
              </a:tr>
              <a:tr h="370840">
                <a:tc>
                  <a:txBody>
                    <a:bodyPr/>
                    <a:lstStyle/>
                    <a:p>
                      <a:r>
                        <a:rPr lang="vi-VN" sz="1400"/>
                        <a:t>00</a:t>
                      </a:r>
                      <a:endParaRPr lang="en-US" sz="1400">
                        <a:latin typeface="+mj-lt"/>
                      </a:endParaRPr>
                    </a:p>
                  </a:txBody>
                  <a:tcPr/>
                </a:tc>
                <a:tc>
                  <a:txBody>
                    <a:bodyPr/>
                    <a:lstStyle/>
                    <a:p>
                      <a:r>
                        <a:rPr lang="vi-VN" sz="1400"/>
                        <a:t>IDLE</a:t>
                      </a:r>
                      <a:endParaRPr lang="en-US" sz="1400">
                        <a:latin typeface="+mj-lt"/>
                      </a:endParaRPr>
                    </a:p>
                  </a:txBody>
                  <a:tcPr/>
                </a:tc>
                <a:tc>
                  <a:txBody>
                    <a:bodyPr/>
                    <a:lstStyle/>
                    <a:p>
                      <a:pPr algn="just" fontAlgn="t">
                        <a:lnSpc>
                          <a:spcPts val="1500"/>
                        </a:lnSpc>
                        <a:buNone/>
                      </a:pPr>
                      <a:r>
                        <a:rPr lang="en-US" sz="1400" b="0">
                          <a:effectLst/>
                        </a:rPr>
                        <a:t>No data transfer. Used when the Manager does not intend to perform a transfer. Subordinate must ignore it and return OKAY.</a:t>
                      </a:r>
                      <a:endParaRPr lang="en-US" sz="1400" b="0" i="0">
                        <a:effectLst/>
                        <a:latin typeface="+mj-lt"/>
                      </a:endParaRPr>
                    </a:p>
                  </a:txBody>
                  <a:tcPr/>
                </a:tc>
                <a:extLst>
                  <a:ext uri="{0D108BD9-81ED-4DB2-BD59-A6C34878D82A}">
                    <a16:rowId xmlns:a16="http://schemas.microsoft.com/office/drawing/2014/main" val="2795284242"/>
                  </a:ext>
                </a:extLst>
              </a:tr>
              <a:tr h="370840">
                <a:tc>
                  <a:txBody>
                    <a:bodyPr/>
                    <a:lstStyle/>
                    <a:p>
                      <a:r>
                        <a:rPr lang="vi-VN" sz="1400"/>
                        <a:t>01</a:t>
                      </a:r>
                      <a:endParaRPr lang="en-US" sz="1400">
                        <a:latin typeface="+mj-lt"/>
                      </a:endParaRPr>
                    </a:p>
                  </a:txBody>
                  <a:tcPr/>
                </a:tc>
                <a:tc>
                  <a:txBody>
                    <a:bodyPr/>
                    <a:lstStyle/>
                    <a:p>
                      <a:r>
                        <a:rPr lang="vi-VN" sz="1400"/>
                        <a:t>BUSY</a:t>
                      </a:r>
                      <a:endParaRPr lang="en-US" sz="1400">
                        <a:latin typeface="+mj-lt"/>
                      </a:endParaRPr>
                    </a:p>
                  </a:txBody>
                  <a:tcPr/>
                </a:tc>
                <a:tc>
                  <a:txBody>
                    <a:bodyPr/>
                    <a:lstStyle/>
                    <a:p>
                      <a:pPr algn="just" fontAlgn="t">
                        <a:lnSpc>
                          <a:spcPts val="1500"/>
                        </a:lnSpc>
                        <a:buNone/>
                      </a:pPr>
                      <a:r>
                        <a:rPr lang="en-US" sz="1400" b="0">
                          <a:effectLst/>
                        </a:rPr>
                        <a:t>Idle cycle inside a burst. Burst continues but the next real transfer cannot occur yet. Subordinate ignores it and returns OKAY.</a:t>
                      </a:r>
                      <a:endParaRPr lang="en-US" sz="1400" b="0" i="0">
                        <a:effectLst/>
                        <a:latin typeface="+mj-lt"/>
                      </a:endParaRPr>
                    </a:p>
                  </a:txBody>
                  <a:tcPr/>
                </a:tc>
                <a:extLst>
                  <a:ext uri="{0D108BD9-81ED-4DB2-BD59-A6C34878D82A}">
                    <a16:rowId xmlns:a16="http://schemas.microsoft.com/office/drawing/2014/main" val="4086146668"/>
                  </a:ext>
                </a:extLst>
              </a:tr>
              <a:tr h="370840">
                <a:tc>
                  <a:txBody>
                    <a:bodyPr/>
                    <a:lstStyle/>
                    <a:p>
                      <a:r>
                        <a:rPr lang="vi-VN" sz="1400"/>
                        <a:t>10</a:t>
                      </a:r>
                      <a:endParaRPr lang="en-US" sz="1400">
                        <a:latin typeface="+mj-lt"/>
                      </a:endParaRPr>
                    </a:p>
                  </a:txBody>
                  <a:tcPr/>
                </a:tc>
                <a:tc>
                  <a:txBody>
                    <a:bodyPr/>
                    <a:lstStyle/>
                    <a:p>
                      <a:r>
                        <a:rPr lang="vi-VN" sz="1400"/>
                        <a:t>NONSEQ</a:t>
                      </a:r>
                      <a:endParaRPr lang="en-US" sz="1400">
                        <a:latin typeface="+mj-lt"/>
                      </a:endParaRPr>
                    </a:p>
                  </a:txBody>
                  <a:tcPr/>
                </a:tc>
                <a:tc>
                  <a:txBody>
                    <a:bodyPr/>
                    <a:lstStyle/>
                    <a:p>
                      <a:pPr algn="just" fontAlgn="t">
                        <a:lnSpc>
                          <a:spcPts val="1500"/>
                        </a:lnSpc>
                        <a:buNone/>
                      </a:pPr>
                      <a:r>
                        <a:rPr lang="en-US" sz="1400" b="0">
                          <a:effectLst/>
                        </a:rPr>
                        <a:t>Single transfer or first transfer of a burst. Address and control are unrelated to previous cycle.</a:t>
                      </a:r>
                      <a:endParaRPr lang="en-US" sz="1400" b="0" i="0">
                        <a:effectLst/>
                        <a:latin typeface="+mj-lt"/>
                      </a:endParaRPr>
                    </a:p>
                  </a:txBody>
                  <a:tcPr/>
                </a:tc>
                <a:extLst>
                  <a:ext uri="{0D108BD9-81ED-4DB2-BD59-A6C34878D82A}">
                    <a16:rowId xmlns:a16="http://schemas.microsoft.com/office/drawing/2014/main" val="2769756177"/>
                  </a:ext>
                </a:extLst>
              </a:tr>
              <a:tr h="370840">
                <a:tc>
                  <a:txBody>
                    <a:bodyPr/>
                    <a:lstStyle/>
                    <a:p>
                      <a:r>
                        <a:rPr lang="vi-VN" sz="1400"/>
                        <a:t>11</a:t>
                      </a:r>
                      <a:endParaRPr lang="en-US" sz="1400">
                        <a:latin typeface="+mj-lt"/>
                      </a:endParaRPr>
                    </a:p>
                  </a:txBody>
                  <a:tcPr/>
                </a:tc>
                <a:tc>
                  <a:txBody>
                    <a:bodyPr/>
                    <a:lstStyle/>
                    <a:p>
                      <a:r>
                        <a:rPr lang="vi-VN" sz="1400" dirty="0"/>
                        <a:t>SEQ</a:t>
                      </a:r>
                      <a:endParaRPr lang="en-US" sz="1400" dirty="0">
                        <a:latin typeface="+mj-lt"/>
                      </a:endParaRPr>
                    </a:p>
                  </a:txBody>
                  <a:tcPr/>
                </a:tc>
                <a:tc>
                  <a:txBody>
                    <a:bodyPr/>
                    <a:lstStyle/>
                    <a:p>
                      <a:pPr algn="just" fontAlgn="t">
                        <a:lnSpc>
                          <a:spcPts val="1500"/>
                        </a:lnSpc>
                        <a:buNone/>
                      </a:pPr>
                      <a:r>
                        <a:rPr lang="en-US" sz="1400" b="0" dirty="0">
                          <a:effectLst/>
                        </a:rPr>
                        <a:t>Subsequent transfers in a burst. Address depends on previous transfer and transfer size; may wrap in wrapping bursts.</a:t>
                      </a:r>
                      <a:endParaRPr lang="en-US" sz="1400" b="0" i="0" dirty="0">
                        <a:effectLst/>
                        <a:latin typeface="+mj-lt"/>
                      </a:endParaRPr>
                    </a:p>
                  </a:txBody>
                  <a:tcPr/>
                </a:tc>
                <a:extLst>
                  <a:ext uri="{0D108BD9-81ED-4DB2-BD59-A6C34878D82A}">
                    <a16:rowId xmlns:a16="http://schemas.microsoft.com/office/drawing/2014/main" val="1725999686"/>
                  </a:ext>
                </a:extLst>
              </a:tr>
            </a:tbl>
          </a:graphicData>
        </a:graphic>
      </p:graphicFrame>
      <p:sp>
        <p:nvSpPr>
          <p:cNvPr id="4" name="Title 1">
            <a:extLst>
              <a:ext uri="{FF2B5EF4-FFF2-40B4-BE49-F238E27FC236}">
                <a16:creationId xmlns:a16="http://schemas.microsoft.com/office/drawing/2014/main" id="{816409D9-1EB4-C1DA-36D0-2B8D8D6F8F6C}"/>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5" name="Title 1">
            <a:extLst>
              <a:ext uri="{FF2B5EF4-FFF2-40B4-BE49-F238E27FC236}">
                <a16:creationId xmlns:a16="http://schemas.microsoft.com/office/drawing/2014/main" id="{CB1CA551-D1A3-4E1B-8091-7513076179C1}"/>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1.4.2. Transfer types</a:t>
            </a:r>
            <a:endParaRPr lang="en-US" sz="2200" b="1" dirty="0"/>
          </a:p>
        </p:txBody>
      </p:sp>
    </p:spTree>
    <p:extLst>
      <p:ext uri="{BB962C8B-B14F-4D97-AF65-F5344CB8AC3E}">
        <p14:creationId xmlns:p14="http://schemas.microsoft.com/office/powerpoint/2010/main" val="235390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E56B-5757-BB5B-EDDF-BB7808965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60AC7-6F42-2692-E044-FD0E87A6E00A}"/>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9F55D631-3552-697F-F43B-253A1098BB2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891B5AF7-AF44-B781-05C3-6EC74787F51A}"/>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AFDD6A1-C7B3-A6C1-9128-AACAD2597A6B}"/>
              </a:ext>
            </a:extLst>
          </p:cNvPr>
          <p:cNvSpPr>
            <a:spLocks noGrp="1"/>
          </p:cNvSpPr>
          <p:nvPr>
            <p:ph type="sldNum" sz="quarter" idx="12"/>
          </p:nvPr>
        </p:nvSpPr>
        <p:spPr/>
        <p:txBody>
          <a:bodyPr/>
          <a:lstStyle/>
          <a:p>
            <a:fld id="{148CC95F-0247-41B6-91CF-DC97C76A7088}" type="slidenum">
              <a:rPr lang="en-US" smtClean="0"/>
              <a:t>15</a:t>
            </a:fld>
            <a:endParaRPr lang="en-US"/>
          </a:p>
        </p:txBody>
      </p:sp>
      <p:pic>
        <p:nvPicPr>
          <p:cNvPr id="3" name="Picture 2">
            <a:extLst>
              <a:ext uri="{FF2B5EF4-FFF2-40B4-BE49-F238E27FC236}">
                <a16:creationId xmlns:a16="http://schemas.microsoft.com/office/drawing/2014/main" id="{9F463373-5547-92B7-9A8C-58BFE6CC10BC}"/>
              </a:ext>
            </a:extLst>
          </p:cNvPr>
          <p:cNvPicPr>
            <a:picLocks noChangeAspect="1"/>
          </p:cNvPicPr>
          <p:nvPr/>
        </p:nvPicPr>
        <p:blipFill>
          <a:blip r:embed="rId2"/>
          <a:stretch>
            <a:fillRect/>
          </a:stretch>
        </p:blipFill>
        <p:spPr>
          <a:xfrm>
            <a:off x="5520382" y="796510"/>
            <a:ext cx="6126026" cy="2583523"/>
          </a:xfrm>
          <a:prstGeom prst="rect">
            <a:avLst/>
          </a:prstGeom>
        </p:spPr>
      </p:pic>
      <p:graphicFrame>
        <p:nvGraphicFramePr>
          <p:cNvPr id="4" name="Table 3">
            <a:extLst>
              <a:ext uri="{FF2B5EF4-FFF2-40B4-BE49-F238E27FC236}">
                <a16:creationId xmlns:a16="http://schemas.microsoft.com/office/drawing/2014/main" id="{D11AB105-5278-41A6-CDB5-4B9896542093}"/>
              </a:ext>
            </a:extLst>
          </p:cNvPr>
          <p:cNvGraphicFramePr>
            <a:graphicFrameLocks noGrp="1"/>
          </p:cNvGraphicFramePr>
          <p:nvPr>
            <p:extLst>
              <p:ext uri="{D42A27DB-BD31-4B8C-83A1-F6EECF244321}">
                <p14:modId xmlns:p14="http://schemas.microsoft.com/office/powerpoint/2010/main" val="577002489"/>
              </p:ext>
            </p:extLst>
          </p:nvPr>
        </p:nvGraphicFramePr>
        <p:xfrm>
          <a:off x="545592" y="3394296"/>
          <a:ext cx="11125202" cy="3078480"/>
        </p:xfrm>
        <a:graphic>
          <a:graphicData uri="http://schemas.openxmlformats.org/drawingml/2006/table">
            <a:tbl>
              <a:tblPr firstRow="1" bandRow="1">
                <a:tableStyleId>{073A0DAA-6AF3-43AB-8588-CEC1D06C72B9}</a:tableStyleId>
              </a:tblPr>
              <a:tblGrid>
                <a:gridCol w="1259180">
                  <a:extLst>
                    <a:ext uri="{9D8B030D-6E8A-4147-A177-3AD203B41FA5}">
                      <a16:colId xmlns:a16="http://schemas.microsoft.com/office/drawing/2014/main" val="1973907758"/>
                    </a:ext>
                  </a:extLst>
                </a:gridCol>
                <a:gridCol w="9866022">
                  <a:extLst>
                    <a:ext uri="{9D8B030D-6E8A-4147-A177-3AD203B41FA5}">
                      <a16:colId xmlns:a16="http://schemas.microsoft.com/office/drawing/2014/main" val="1127729170"/>
                    </a:ext>
                  </a:extLst>
                </a:gridCol>
              </a:tblGrid>
              <a:tr h="273139">
                <a:tc>
                  <a:txBody>
                    <a:bodyPr/>
                    <a:lstStyle/>
                    <a:p>
                      <a:r>
                        <a:rPr lang="vi-VN" sz="1400"/>
                        <a:t>Cycle</a:t>
                      </a:r>
                      <a:endParaRPr lang="en-US" sz="1400"/>
                    </a:p>
                  </a:txBody>
                  <a:tcPr/>
                </a:tc>
                <a:tc>
                  <a:txBody>
                    <a:bodyPr/>
                    <a:lstStyle/>
                    <a:p>
                      <a:pPr algn="ctr"/>
                      <a:r>
                        <a:rPr lang="vi-VN" sz="1400" dirty="0"/>
                        <a:t>Descriptions</a:t>
                      </a:r>
                      <a:endParaRPr lang="en-US" sz="1400" dirty="0"/>
                    </a:p>
                  </a:txBody>
                  <a:tcPr/>
                </a:tc>
                <a:extLst>
                  <a:ext uri="{0D108BD9-81ED-4DB2-BD59-A6C34878D82A}">
                    <a16:rowId xmlns:a16="http://schemas.microsoft.com/office/drawing/2014/main" val="1645280715"/>
                  </a:ext>
                </a:extLst>
              </a:tr>
              <a:tr h="273139">
                <a:tc>
                  <a:txBody>
                    <a:bodyPr/>
                    <a:lstStyle/>
                    <a:p>
                      <a:r>
                        <a:rPr lang="vi-VN" sz="1400"/>
                        <a:t>T0-T1</a:t>
                      </a:r>
                      <a:endParaRPr lang="en-US" sz="1400"/>
                    </a:p>
                  </a:txBody>
                  <a:tcPr/>
                </a:tc>
                <a:tc>
                  <a:txBody>
                    <a:bodyPr/>
                    <a:lstStyle/>
                    <a:p>
                      <a:r>
                        <a:rPr lang="en-US" sz="1400"/>
                        <a:t>The 4-beat read starts with a NONSEQ transfer.</a:t>
                      </a:r>
                    </a:p>
                  </a:txBody>
                  <a:tcPr/>
                </a:tc>
                <a:extLst>
                  <a:ext uri="{0D108BD9-81ED-4DB2-BD59-A6C34878D82A}">
                    <a16:rowId xmlns:a16="http://schemas.microsoft.com/office/drawing/2014/main" val="645153306"/>
                  </a:ext>
                </a:extLst>
              </a:tr>
              <a:tr h="381646">
                <a:tc>
                  <a:txBody>
                    <a:bodyPr/>
                    <a:lstStyle/>
                    <a:p>
                      <a:r>
                        <a:rPr lang="vi-VN" sz="1400"/>
                        <a:t>T1-T2</a:t>
                      </a:r>
                      <a:endParaRPr lang="en-US" sz="1400"/>
                    </a:p>
                  </a:txBody>
                  <a:tcPr/>
                </a:tc>
                <a:tc>
                  <a:txBody>
                    <a:bodyPr/>
                    <a:lstStyle/>
                    <a:p>
                      <a:r>
                        <a:rPr lang="en-US" sz="1400"/>
                        <a:t>The Manager is unable to perform the second beat and inserts a BUSY transfer to delay the start of the second beat. The Subordinate provides the read data for the first beat.</a:t>
                      </a:r>
                    </a:p>
                  </a:txBody>
                  <a:tcPr/>
                </a:tc>
                <a:extLst>
                  <a:ext uri="{0D108BD9-81ED-4DB2-BD59-A6C34878D82A}">
                    <a16:rowId xmlns:a16="http://schemas.microsoft.com/office/drawing/2014/main" val="1834508494"/>
                  </a:ext>
                </a:extLst>
              </a:tr>
              <a:tr h="381646">
                <a:tc>
                  <a:txBody>
                    <a:bodyPr/>
                    <a:lstStyle/>
                    <a:p>
                      <a:r>
                        <a:rPr lang="vi-VN" sz="1400"/>
                        <a:t>T2-T3</a:t>
                      </a:r>
                      <a:endParaRPr lang="en-US" sz="1400"/>
                    </a:p>
                  </a:txBody>
                  <a:tcPr/>
                </a:tc>
                <a:tc>
                  <a:txBody>
                    <a:bodyPr/>
                    <a:lstStyle/>
                    <a:p>
                      <a:r>
                        <a:rPr lang="en-US" sz="1400"/>
                        <a:t>The Manager is now ready to start the second beat, so a SEQ transfer is signaled. The Manager ignores any data that the Subordinate provides on the read data bus.</a:t>
                      </a:r>
                    </a:p>
                  </a:txBody>
                  <a:tcPr/>
                </a:tc>
                <a:extLst>
                  <a:ext uri="{0D108BD9-81ED-4DB2-BD59-A6C34878D82A}">
                    <a16:rowId xmlns:a16="http://schemas.microsoft.com/office/drawing/2014/main" val="2717042284"/>
                  </a:ext>
                </a:extLst>
              </a:tr>
              <a:tr h="273139">
                <a:tc>
                  <a:txBody>
                    <a:bodyPr/>
                    <a:lstStyle/>
                    <a:p>
                      <a:r>
                        <a:rPr lang="vi-VN" sz="1400"/>
                        <a:t>T3-T4</a:t>
                      </a:r>
                      <a:endParaRPr lang="en-US" sz="1400"/>
                    </a:p>
                  </a:txBody>
                  <a:tcPr/>
                </a:tc>
                <a:tc>
                  <a:txBody>
                    <a:bodyPr/>
                    <a:lstStyle/>
                    <a:p>
                      <a:r>
                        <a:rPr lang="en-US" sz="1400"/>
                        <a:t>The Manager performs the third beat.</a:t>
                      </a:r>
                      <a:r>
                        <a:rPr lang="vi-VN" sz="1400"/>
                        <a:t> </a:t>
                      </a:r>
                      <a:r>
                        <a:rPr lang="en-US" sz="1400"/>
                        <a:t>The Subordinate provides the read data for the second </a:t>
                      </a:r>
                      <a:r>
                        <a:rPr lang="vi-VN" sz="1400"/>
                        <a:t>beat.</a:t>
                      </a:r>
                      <a:endParaRPr lang="en-US" sz="1400"/>
                    </a:p>
                  </a:txBody>
                  <a:tcPr/>
                </a:tc>
                <a:extLst>
                  <a:ext uri="{0D108BD9-81ED-4DB2-BD59-A6C34878D82A}">
                    <a16:rowId xmlns:a16="http://schemas.microsoft.com/office/drawing/2014/main" val="3321518930"/>
                  </a:ext>
                </a:extLst>
              </a:tr>
              <a:tr h="381646">
                <a:tc>
                  <a:txBody>
                    <a:bodyPr/>
                    <a:lstStyle/>
                    <a:p>
                      <a:r>
                        <a:rPr lang="vi-VN" sz="1400"/>
                        <a:t>T4-T5</a:t>
                      </a:r>
                      <a:endParaRPr lang="en-US" sz="1400"/>
                    </a:p>
                  </a:txBody>
                  <a:tcPr/>
                </a:tc>
                <a:tc>
                  <a:txBody>
                    <a:bodyPr/>
                    <a:lstStyle/>
                    <a:p>
                      <a:r>
                        <a:rPr lang="en-US" sz="1400"/>
                        <a:t>The Manager performs the last beat. The Subordinate is unable to complete the transfer and uses HREADYOUT to insert a single wait state.</a:t>
                      </a:r>
                    </a:p>
                  </a:txBody>
                  <a:tcPr/>
                </a:tc>
                <a:extLst>
                  <a:ext uri="{0D108BD9-81ED-4DB2-BD59-A6C34878D82A}">
                    <a16:rowId xmlns:a16="http://schemas.microsoft.com/office/drawing/2014/main" val="3953324138"/>
                  </a:ext>
                </a:extLst>
              </a:tr>
              <a:tr h="273139">
                <a:tc>
                  <a:txBody>
                    <a:bodyPr/>
                    <a:lstStyle/>
                    <a:p>
                      <a:r>
                        <a:rPr lang="vi-VN" sz="1400"/>
                        <a:t>T5-T6</a:t>
                      </a:r>
                      <a:endParaRPr lang="en-US" sz="1400"/>
                    </a:p>
                  </a:txBody>
                  <a:tcPr/>
                </a:tc>
                <a:tc>
                  <a:txBody>
                    <a:bodyPr/>
                    <a:lstStyle/>
                    <a:p>
                      <a:r>
                        <a:rPr lang="en-US" sz="1400"/>
                        <a:t>The Subordinate provides the read data for the third </a:t>
                      </a:r>
                      <a:r>
                        <a:rPr lang="vi-VN" sz="1400"/>
                        <a:t>beat.</a:t>
                      </a:r>
                      <a:endParaRPr lang="en-US" sz="1400"/>
                    </a:p>
                  </a:txBody>
                  <a:tcPr/>
                </a:tc>
                <a:extLst>
                  <a:ext uri="{0D108BD9-81ED-4DB2-BD59-A6C34878D82A}">
                    <a16:rowId xmlns:a16="http://schemas.microsoft.com/office/drawing/2014/main" val="2731034808"/>
                  </a:ext>
                </a:extLst>
              </a:tr>
              <a:tr h="273139">
                <a:tc>
                  <a:txBody>
                    <a:bodyPr/>
                    <a:lstStyle/>
                    <a:p>
                      <a:r>
                        <a:rPr lang="vi-VN" sz="1400" dirty="0"/>
                        <a:t>T6-T7</a:t>
                      </a:r>
                      <a:endParaRPr lang="en-US" sz="1400" dirty="0"/>
                    </a:p>
                  </a:txBody>
                  <a:tcPr/>
                </a:tc>
                <a:tc>
                  <a:txBody>
                    <a:bodyPr/>
                    <a:lstStyle/>
                    <a:p>
                      <a:r>
                        <a:rPr lang="en-US" sz="1400" dirty="0"/>
                        <a:t>The Subordinate provides the read data for the last </a:t>
                      </a:r>
                      <a:r>
                        <a:rPr lang="vi-VN" sz="1400" dirty="0"/>
                        <a:t>beat.</a:t>
                      </a:r>
                      <a:endParaRPr lang="en-US" sz="1400" dirty="0"/>
                    </a:p>
                  </a:txBody>
                  <a:tcPr/>
                </a:tc>
                <a:extLst>
                  <a:ext uri="{0D108BD9-81ED-4DB2-BD59-A6C34878D82A}">
                    <a16:rowId xmlns:a16="http://schemas.microsoft.com/office/drawing/2014/main" val="3912237388"/>
                  </a:ext>
                </a:extLst>
              </a:tr>
            </a:tbl>
          </a:graphicData>
        </a:graphic>
      </p:graphicFrame>
      <p:sp>
        <p:nvSpPr>
          <p:cNvPr id="5" name="Title 1">
            <a:extLst>
              <a:ext uri="{FF2B5EF4-FFF2-40B4-BE49-F238E27FC236}">
                <a16:creationId xmlns:a16="http://schemas.microsoft.com/office/drawing/2014/main" id="{3747B2F7-7F93-B8EA-5459-CA47655F0053}"/>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6" name="Title 1">
            <a:extLst>
              <a:ext uri="{FF2B5EF4-FFF2-40B4-BE49-F238E27FC236}">
                <a16:creationId xmlns:a16="http://schemas.microsoft.com/office/drawing/2014/main" id="{0F5525FA-781B-4956-B2BA-EBF932530EF6}"/>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1.4.2. Transfer types</a:t>
            </a:r>
            <a:endParaRPr lang="en-US" sz="2200" b="1" dirty="0"/>
          </a:p>
        </p:txBody>
      </p:sp>
    </p:spTree>
    <p:extLst>
      <p:ext uri="{BB962C8B-B14F-4D97-AF65-F5344CB8AC3E}">
        <p14:creationId xmlns:p14="http://schemas.microsoft.com/office/powerpoint/2010/main" val="3043128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44879-F876-BA98-43F4-EEB24491C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5B6CA-38C0-98EE-7F8D-81518CDF235F}"/>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798DA160-3F7A-0562-F0BC-D292652C3CC6}"/>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36F2087-E0BB-55D2-7D12-98DA74BBB848}"/>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CDDD7FDF-7A29-65E8-C1DC-034A8880F2E8}"/>
              </a:ext>
            </a:extLst>
          </p:cNvPr>
          <p:cNvSpPr>
            <a:spLocks noGrp="1"/>
          </p:cNvSpPr>
          <p:nvPr>
            <p:ph type="sldNum" sz="quarter" idx="12"/>
          </p:nvPr>
        </p:nvSpPr>
        <p:spPr/>
        <p:txBody>
          <a:bodyPr/>
          <a:lstStyle/>
          <a:p>
            <a:fld id="{148CC95F-0247-41B6-91CF-DC97C76A7088}" type="slidenum">
              <a:rPr lang="en-US" smtClean="0"/>
              <a:t>16</a:t>
            </a:fld>
            <a:endParaRPr lang="en-US"/>
          </a:p>
        </p:txBody>
      </p:sp>
      <p:pic>
        <p:nvPicPr>
          <p:cNvPr id="5" name="Picture 4">
            <a:extLst>
              <a:ext uri="{FF2B5EF4-FFF2-40B4-BE49-F238E27FC236}">
                <a16:creationId xmlns:a16="http://schemas.microsoft.com/office/drawing/2014/main" id="{AA35FB2E-B2CB-94A6-6376-2C37AD7CB594}"/>
              </a:ext>
            </a:extLst>
          </p:cNvPr>
          <p:cNvPicPr>
            <a:picLocks noChangeAspect="1"/>
          </p:cNvPicPr>
          <p:nvPr/>
        </p:nvPicPr>
        <p:blipFill>
          <a:blip r:embed="rId2"/>
          <a:stretch>
            <a:fillRect/>
          </a:stretch>
        </p:blipFill>
        <p:spPr>
          <a:xfrm>
            <a:off x="6425645" y="1048294"/>
            <a:ext cx="5436758" cy="2864244"/>
          </a:xfrm>
          <a:prstGeom prst="rect">
            <a:avLst/>
          </a:prstGeom>
        </p:spPr>
      </p:pic>
      <p:graphicFrame>
        <p:nvGraphicFramePr>
          <p:cNvPr id="6" name="Table 5">
            <a:extLst>
              <a:ext uri="{FF2B5EF4-FFF2-40B4-BE49-F238E27FC236}">
                <a16:creationId xmlns:a16="http://schemas.microsoft.com/office/drawing/2014/main" id="{8FECE1B9-2E93-245B-0A25-AFD80B2D4CD9}"/>
              </a:ext>
            </a:extLst>
          </p:cNvPr>
          <p:cNvGraphicFramePr>
            <a:graphicFrameLocks noGrp="1"/>
          </p:cNvGraphicFramePr>
          <p:nvPr>
            <p:extLst>
              <p:ext uri="{D42A27DB-BD31-4B8C-83A1-F6EECF244321}">
                <p14:modId xmlns:p14="http://schemas.microsoft.com/office/powerpoint/2010/main" val="400542867"/>
              </p:ext>
            </p:extLst>
          </p:nvPr>
        </p:nvGraphicFramePr>
        <p:xfrm>
          <a:off x="515112" y="4047863"/>
          <a:ext cx="11347290" cy="2173680"/>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92345">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579292">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A, HWRITE = 0, HMASTLOCK = 1</a:t>
                      </a:r>
                      <a:endParaRPr lang="en-US" sz="1400" b="0" i="0">
                        <a:effectLst/>
                        <a:latin typeface="+mj-lt"/>
                      </a:endParaRPr>
                    </a:p>
                  </a:txBody>
                  <a:tcPr/>
                </a:tc>
                <a:tc>
                  <a:txBody>
                    <a:bodyPr/>
                    <a:lstStyle/>
                    <a:p>
                      <a:pPr algn="just" fontAlgn="t">
                        <a:lnSpc>
                          <a:spcPts val="1500"/>
                        </a:lnSpc>
                        <a:buNone/>
                      </a:pPr>
                      <a:r>
                        <a:rPr lang="en-US" sz="1400" b="0">
                          <a:effectLst/>
                        </a:rPr>
                        <a:t>Address phase of Read A. Master initiates a NONSEQ read and asserts HMASTLOCK = 1, indicating that the following transfers are part of a locked sequence.</a:t>
                      </a:r>
                      <a:endParaRPr lang="en-US" sz="1400" b="0" i="0">
                        <a:effectLst/>
                        <a:latin typeface="+mj-lt"/>
                      </a:endParaRPr>
                    </a:p>
                  </a:txBody>
                  <a:tcPr/>
                </a:tc>
                <a:extLst>
                  <a:ext uri="{0D108BD9-81ED-4DB2-BD59-A6C34878D82A}">
                    <a16:rowId xmlns:a16="http://schemas.microsoft.com/office/drawing/2014/main" val="2795284242"/>
                  </a:ext>
                </a:extLst>
              </a:tr>
              <a:tr h="531570">
                <a:tc>
                  <a:txBody>
                    <a:bodyPr/>
                    <a:lstStyle/>
                    <a:p>
                      <a:r>
                        <a:rPr lang="vi-VN" sz="1400"/>
                        <a:t>T1-T2</a:t>
                      </a:r>
                      <a:endParaRPr lang="en-US" sz="1400">
                        <a:latin typeface="+mj-lt"/>
                      </a:endParaRPr>
                    </a:p>
                  </a:txBody>
                  <a:tcPr/>
                </a:tc>
                <a:tc>
                  <a:txBody>
                    <a:bodyPr/>
                    <a:lstStyle/>
                    <a:p>
                      <a:pPr fontAlgn="t">
                        <a:lnSpc>
                          <a:spcPts val="1500"/>
                        </a:lnSpc>
                        <a:buNone/>
                      </a:pPr>
                      <a:r>
                        <a:rPr lang="en-US" sz="1400" b="0">
                          <a:effectLst/>
                        </a:rPr>
                        <a:t>HRDATA = Data(A), HTRANS = NONSEQ (for write), HWRITE = 1, HADDR = A</a:t>
                      </a:r>
                      <a:endParaRPr lang="en-US" sz="1400" b="0" i="0">
                        <a:effectLst/>
                        <a:latin typeface="+mj-lt"/>
                      </a:endParaRPr>
                    </a:p>
                  </a:txBody>
                  <a:tcPr/>
                </a:tc>
                <a:tc>
                  <a:txBody>
                    <a:bodyPr/>
                    <a:lstStyle/>
                    <a:p>
                      <a:pPr algn="just" fontAlgn="t">
                        <a:lnSpc>
                          <a:spcPts val="1500"/>
                        </a:lnSpc>
                        <a:buNone/>
                      </a:pPr>
                      <a:r>
                        <a:rPr lang="en-US" sz="1400" b="0">
                          <a:effectLst/>
                        </a:rPr>
                        <a:t>Data phase of Read A, with next address phase still A (write). Slave returns Data(A).</a:t>
                      </a:r>
                      <a:endParaRPr lang="en-US" sz="1400" b="0" i="0">
                        <a:effectLst/>
                        <a:latin typeface="+mj-lt"/>
                      </a:endParaRPr>
                    </a:p>
                  </a:txBody>
                  <a:tcPr/>
                </a:tc>
                <a:extLst>
                  <a:ext uri="{0D108BD9-81ED-4DB2-BD59-A6C34878D82A}">
                    <a16:rowId xmlns:a16="http://schemas.microsoft.com/office/drawing/2014/main" val="4086146668"/>
                  </a:ext>
                </a:extLst>
              </a:tr>
              <a:tr h="579292">
                <a:tc>
                  <a:txBody>
                    <a:bodyPr/>
                    <a:lstStyle/>
                    <a:p>
                      <a:r>
                        <a:rPr lang="vi-VN" sz="1400" dirty="0"/>
                        <a:t>T2-T3</a:t>
                      </a:r>
                      <a:endParaRPr lang="en-US" sz="1400" dirty="0">
                        <a:latin typeface="+mj-lt"/>
                      </a:endParaRPr>
                    </a:p>
                  </a:txBody>
                  <a:tcPr/>
                </a:tc>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vi-VN" sz="1400" b="0" dirty="0">
                          <a:effectLst/>
                        </a:rPr>
                        <a:t>HWDATA</a:t>
                      </a:r>
                      <a:r>
                        <a:rPr lang="en-US" sz="1400" b="0" dirty="0">
                          <a:effectLst/>
                        </a:rPr>
                        <a:t> = A, </a:t>
                      </a:r>
                      <a:r>
                        <a:rPr lang="en-US" sz="1400" b="0" kern="1200" dirty="0">
                          <a:solidFill>
                            <a:schemeClr val="dk1"/>
                          </a:solidFill>
                          <a:effectLst/>
                        </a:rPr>
                        <a:t>HMASTLOCK = 0, HTRANS = IDLE</a:t>
                      </a:r>
                      <a:endParaRPr lang="en-US" sz="1400" b="0" i="0" kern="1200" dirty="0">
                        <a:solidFill>
                          <a:schemeClr val="dk1"/>
                        </a:solidFill>
                        <a:effectLst/>
                        <a:latin typeface="+mn-lt"/>
                        <a:ea typeface="+mn-ea"/>
                        <a:cs typeface="+mn-cs"/>
                      </a:endParaRPr>
                    </a:p>
                  </a:txBody>
                  <a:tcPr/>
                </a:tc>
                <a:tc>
                  <a:txBody>
                    <a:bodyPr/>
                    <a:lstStyle/>
                    <a:p>
                      <a:pPr marL="0" marR="0" lvl="0" indent="0" algn="just" defTabSz="914400" rtl="0" eaLnBrk="1" fontAlgn="t" latinLnBrk="0" hangingPunct="1">
                        <a:lnSpc>
                          <a:spcPts val="1500"/>
                        </a:lnSpc>
                        <a:spcBef>
                          <a:spcPts val="0"/>
                        </a:spcBef>
                        <a:spcAft>
                          <a:spcPts val="0"/>
                        </a:spcAft>
                        <a:buClrTx/>
                        <a:buSzTx/>
                        <a:buFontTx/>
                        <a:buNone/>
                        <a:tabLst/>
                        <a:defRPr/>
                      </a:pPr>
                      <a:r>
                        <a:rPr lang="en-US" sz="1400" b="0" kern="1200" dirty="0">
                          <a:solidFill>
                            <a:schemeClr val="dk1"/>
                          </a:solidFill>
                          <a:effectLst/>
                        </a:rPr>
                        <a:t>Data phase of Write A. Master outputs write data for A.</a:t>
                      </a:r>
                      <a:r>
                        <a:rPr lang="vi-VN" sz="1400" b="0" kern="1200" dirty="0">
                          <a:solidFill>
                            <a:schemeClr val="dk1"/>
                          </a:solidFill>
                          <a:effectLst/>
                        </a:rPr>
                        <a:t> </a:t>
                      </a:r>
                      <a:r>
                        <a:rPr lang="en-US" sz="1400" b="0" kern="1200" dirty="0">
                          <a:solidFill>
                            <a:schemeClr val="dk1"/>
                          </a:solidFill>
                          <a:effectLst/>
                        </a:rPr>
                        <a:t>End of locked sequence. Master releases lock by de‑asserting HMASTLOCK and issues an IDLE transfer.</a:t>
                      </a:r>
                    </a:p>
                    <a:p>
                      <a:pPr algn="just" fontAlgn="t">
                        <a:lnSpc>
                          <a:spcPts val="1500"/>
                        </a:lnSpc>
                        <a:buNone/>
                      </a:pPr>
                      <a:endParaRPr lang="en-US" sz="1400" b="0" i="0" kern="1200" dirty="0">
                        <a:solidFill>
                          <a:schemeClr val="dk1"/>
                        </a:solidFill>
                        <a:effectLst/>
                        <a:latin typeface="+mn-lt"/>
                        <a:ea typeface="+mn-ea"/>
                        <a:cs typeface="+mn-cs"/>
                      </a:endParaRPr>
                    </a:p>
                  </a:txBody>
                  <a:tcPr/>
                </a:tc>
                <a:extLst>
                  <a:ext uri="{0D108BD9-81ED-4DB2-BD59-A6C34878D82A}">
                    <a16:rowId xmlns:a16="http://schemas.microsoft.com/office/drawing/2014/main" val="2477128536"/>
                  </a:ext>
                </a:extLst>
              </a:tr>
            </a:tbl>
          </a:graphicData>
        </a:graphic>
      </p:graphicFrame>
      <p:sp>
        <p:nvSpPr>
          <p:cNvPr id="7" name="Title 1">
            <a:extLst>
              <a:ext uri="{FF2B5EF4-FFF2-40B4-BE49-F238E27FC236}">
                <a16:creationId xmlns:a16="http://schemas.microsoft.com/office/drawing/2014/main" id="{5B4807C6-1CFB-E072-EE5C-F230474D006F}"/>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10" name="Title 1">
            <a:extLst>
              <a:ext uri="{FF2B5EF4-FFF2-40B4-BE49-F238E27FC236}">
                <a16:creationId xmlns:a16="http://schemas.microsoft.com/office/drawing/2014/main" id="{CD9236A4-7B4E-7D00-5610-4A3D3C3A3A0C}"/>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1.4.3. Locked transfers</a:t>
            </a:r>
            <a:endParaRPr lang="en-US" sz="2200" b="1" dirty="0"/>
          </a:p>
        </p:txBody>
      </p:sp>
      <p:sp>
        <p:nvSpPr>
          <p:cNvPr id="12" name="TextBox 11">
            <a:extLst>
              <a:ext uri="{FF2B5EF4-FFF2-40B4-BE49-F238E27FC236}">
                <a16:creationId xmlns:a16="http://schemas.microsoft.com/office/drawing/2014/main" id="{FA24B053-7458-A662-5046-A73BB373F462}"/>
              </a:ext>
            </a:extLst>
          </p:cNvPr>
          <p:cNvSpPr txBox="1"/>
          <p:nvPr/>
        </p:nvSpPr>
        <p:spPr>
          <a:xfrm>
            <a:off x="652270" y="2747654"/>
            <a:ext cx="5910532" cy="646331"/>
          </a:xfrm>
          <a:prstGeom prst="rect">
            <a:avLst/>
          </a:prstGeom>
          <a:noFill/>
        </p:spPr>
        <p:txBody>
          <a:bodyPr wrap="square">
            <a:spAutoFit/>
          </a:bodyPr>
          <a:lstStyle/>
          <a:p>
            <a:r>
              <a:rPr lang="vi-VN" b="1" dirty="0"/>
              <a:t>Note:</a:t>
            </a:r>
            <a:r>
              <a:rPr lang="vi-VN" dirty="0"/>
              <a:t> </a:t>
            </a:r>
            <a:r>
              <a:rPr lang="en-US" dirty="0"/>
              <a:t>After a locked transfer, it is recommended that the Manager inserts an IDLE transfer. </a:t>
            </a:r>
          </a:p>
        </p:txBody>
      </p:sp>
    </p:spTree>
    <p:extLst>
      <p:ext uri="{BB962C8B-B14F-4D97-AF65-F5344CB8AC3E}">
        <p14:creationId xmlns:p14="http://schemas.microsoft.com/office/powerpoint/2010/main" val="4196112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598E7-F3B7-A03D-7EAB-9AE02BDAD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495CD-B553-26CB-9C71-91745C9F74D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1C67FA9C-91D5-9E86-839A-B6278CC8E6D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7F4A9A99-7554-2B84-1438-14F47312B34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1C3FFDF-8E53-B1D7-B2E6-0E806EAC7E52}"/>
              </a:ext>
            </a:extLst>
          </p:cNvPr>
          <p:cNvSpPr>
            <a:spLocks noGrp="1"/>
          </p:cNvSpPr>
          <p:nvPr>
            <p:ph type="sldNum" sz="quarter" idx="12"/>
          </p:nvPr>
        </p:nvSpPr>
        <p:spPr/>
        <p:txBody>
          <a:bodyPr/>
          <a:lstStyle/>
          <a:p>
            <a:fld id="{148CC95F-0247-41B6-91CF-DC97C76A7088}" type="slidenum">
              <a:rPr lang="en-US" smtClean="0"/>
              <a:t>17</a:t>
            </a:fld>
            <a:endParaRPr lang="en-US"/>
          </a:p>
        </p:txBody>
      </p:sp>
      <p:sp>
        <p:nvSpPr>
          <p:cNvPr id="3" name="TextBox 2">
            <a:extLst>
              <a:ext uri="{FF2B5EF4-FFF2-40B4-BE49-F238E27FC236}">
                <a16:creationId xmlns:a16="http://schemas.microsoft.com/office/drawing/2014/main" id="{C1AEA124-139E-429B-C0D4-B3CA9C371288}"/>
              </a:ext>
            </a:extLst>
          </p:cNvPr>
          <p:cNvSpPr txBox="1"/>
          <p:nvPr/>
        </p:nvSpPr>
        <p:spPr>
          <a:xfrm>
            <a:off x="521208" y="2728893"/>
            <a:ext cx="4038600" cy="646331"/>
          </a:xfrm>
          <a:prstGeom prst="rect">
            <a:avLst/>
          </a:prstGeom>
          <a:noFill/>
        </p:spPr>
        <p:txBody>
          <a:bodyPr wrap="square">
            <a:spAutoFit/>
          </a:bodyPr>
          <a:lstStyle/>
          <a:p>
            <a:r>
              <a:rPr lang="en-US" b="1" dirty="0"/>
              <a:t>HSIZE[2:0] </a:t>
            </a:r>
            <a:r>
              <a:rPr lang="en-US" dirty="0"/>
              <a:t>indicates the size of a data transfer.</a:t>
            </a:r>
          </a:p>
        </p:txBody>
      </p:sp>
      <p:graphicFrame>
        <p:nvGraphicFramePr>
          <p:cNvPr id="4" name="Table 3">
            <a:extLst>
              <a:ext uri="{FF2B5EF4-FFF2-40B4-BE49-F238E27FC236}">
                <a16:creationId xmlns:a16="http://schemas.microsoft.com/office/drawing/2014/main" id="{5C64289D-C231-EB5A-7010-626CA4E6AE7F}"/>
              </a:ext>
            </a:extLst>
          </p:cNvPr>
          <p:cNvGraphicFramePr>
            <a:graphicFrameLocks noGrp="1"/>
          </p:cNvGraphicFramePr>
          <p:nvPr>
            <p:extLst>
              <p:ext uri="{D42A27DB-BD31-4B8C-83A1-F6EECF244321}">
                <p14:modId xmlns:p14="http://schemas.microsoft.com/office/powerpoint/2010/main" val="3290272348"/>
              </p:ext>
            </p:extLst>
          </p:nvPr>
        </p:nvGraphicFramePr>
        <p:xfrm>
          <a:off x="4717165" y="2537673"/>
          <a:ext cx="7187245" cy="2805598"/>
        </p:xfrm>
        <a:graphic>
          <a:graphicData uri="http://schemas.openxmlformats.org/drawingml/2006/table">
            <a:tbl>
              <a:tblPr firstRow="1" bandRow="1">
                <a:tableStyleId>{073A0DAA-6AF3-43AB-8588-CEC1D06C72B9}</a:tableStyleId>
              </a:tblPr>
              <a:tblGrid>
                <a:gridCol w="1014726">
                  <a:extLst>
                    <a:ext uri="{9D8B030D-6E8A-4147-A177-3AD203B41FA5}">
                      <a16:colId xmlns:a16="http://schemas.microsoft.com/office/drawing/2014/main" val="937800916"/>
                    </a:ext>
                  </a:extLst>
                </a:gridCol>
                <a:gridCol w="1014726">
                  <a:extLst>
                    <a:ext uri="{9D8B030D-6E8A-4147-A177-3AD203B41FA5}">
                      <a16:colId xmlns:a16="http://schemas.microsoft.com/office/drawing/2014/main" val="1382611266"/>
                    </a:ext>
                  </a:extLst>
                </a:gridCol>
                <a:gridCol w="1014726">
                  <a:extLst>
                    <a:ext uri="{9D8B030D-6E8A-4147-A177-3AD203B41FA5}">
                      <a16:colId xmlns:a16="http://schemas.microsoft.com/office/drawing/2014/main" val="2011512514"/>
                    </a:ext>
                  </a:extLst>
                </a:gridCol>
                <a:gridCol w="1014726">
                  <a:extLst>
                    <a:ext uri="{9D8B030D-6E8A-4147-A177-3AD203B41FA5}">
                      <a16:colId xmlns:a16="http://schemas.microsoft.com/office/drawing/2014/main" val="3785022433"/>
                    </a:ext>
                  </a:extLst>
                </a:gridCol>
                <a:gridCol w="3128341">
                  <a:extLst>
                    <a:ext uri="{9D8B030D-6E8A-4147-A177-3AD203B41FA5}">
                      <a16:colId xmlns:a16="http://schemas.microsoft.com/office/drawing/2014/main" val="939195079"/>
                    </a:ext>
                  </a:extLst>
                </a:gridCol>
              </a:tblGrid>
              <a:tr h="367198">
                <a:tc>
                  <a:txBody>
                    <a:bodyPr/>
                    <a:lstStyle/>
                    <a:p>
                      <a:pPr algn="ctr"/>
                      <a:r>
                        <a:rPr lang="vi-VN" sz="1400" dirty="0"/>
                        <a:t>HSIZE[2]</a:t>
                      </a:r>
                      <a:endParaRPr lang="en-US" sz="1400" dirty="0">
                        <a:latin typeface="+mj-lt"/>
                      </a:endParaRPr>
                    </a:p>
                  </a:txBody>
                  <a:tcPr/>
                </a:tc>
                <a:tc>
                  <a:txBody>
                    <a:bodyPr/>
                    <a:lstStyle/>
                    <a:p>
                      <a:pPr algn="ctr"/>
                      <a:r>
                        <a:rPr lang="vi-VN" sz="1400"/>
                        <a:t>HSIZE[1]</a:t>
                      </a:r>
                      <a:endParaRPr lang="en-US" sz="1400">
                        <a:latin typeface="+mj-lt"/>
                      </a:endParaRPr>
                    </a:p>
                  </a:txBody>
                  <a:tcPr/>
                </a:tc>
                <a:tc>
                  <a:txBody>
                    <a:bodyPr/>
                    <a:lstStyle/>
                    <a:p>
                      <a:pPr algn="ctr"/>
                      <a:r>
                        <a:rPr lang="vi-VN" sz="1400" dirty="0"/>
                        <a:t>HSIZE[0]</a:t>
                      </a:r>
                      <a:endParaRPr lang="en-US" sz="1400" dirty="0">
                        <a:latin typeface="+mj-lt"/>
                      </a:endParaRPr>
                    </a:p>
                  </a:txBody>
                  <a:tcPr/>
                </a:tc>
                <a:tc>
                  <a:txBody>
                    <a:bodyPr/>
                    <a:lstStyle/>
                    <a:p>
                      <a:pPr algn="ctr"/>
                      <a:r>
                        <a:rPr lang="vi-VN" sz="1400"/>
                        <a:t>Size (Bits)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215999">
                <a:tc>
                  <a:txBody>
                    <a:bodyPr/>
                    <a:lstStyle/>
                    <a:p>
                      <a:pPr algn="ctr"/>
                      <a:r>
                        <a:rPr lang="vi-VN" sz="1400"/>
                        <a:t>0</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8</a:t>
                      </a:r>
                      <a:endParaRPr lang="en-US" sz="1400">
                        <a:latin typeface="+mj-lt"/>
                      </a:endParaRPr>
                    </a:p>
                  </a:txBody>
                  <a:tcPr/>
                </a:tc>
                <a:tc>
                  <a:txBody>
                    <a:bodyPr/>
                    <a:lstStyle/>
                    <a:p>
                      <a:pPr algn="just" fontAlgn="t">
                        <a:lnSpc>
                          <a:spcPts val="1500"/>
                        </a:lnSpc>
                        <a:buNone/>
                      </a:pPr>
                      <a:r>
                        <a:rPr lang="vi-VN" sz="1400" b="0">
                          <a:effectLst/>
                        </a:rPr>
                        <a:t>Byte</a:t>
                      </a:r>
                      <a:endParaRPr lang="en-US" sz="1400" b="0" i="0">
                        <a:effectLst/>
                        <a:latin typeface="+mj-lt"/>
                      </a:endParaRPr>
                    </a:p>
                  </a:txBody>
                  <a:tcPr/>
                </a:tc>
                <a:extLst>
                  <a:ext uri="{0D108BD9-81ED-4DB2-BD59-A6C34878D82A}">
                    <a16:rowId xmlns:a16="http://schemas.microsoft.com/office/drawing/2014/main" val="2795284242"/>
                  </a:ext>
                </a:extLst>
              </a:tr>
              <a:tr h="215999">
                <a:tc>
                  <a:txBody>
                    <a:bodyPr/>
                    <a:lstStyle/>
                    <a:p>
                      <a:pPr algn="ctr"/>
                      <a:r>
                        <a:rPr lang="vi-VN" sz="1400"/>
                        <a:t>0</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16</a:t>
                      </a:r>
                      <a:endParaRPr lang="en-US" sz="1400">
                        <a:latin typeface="+mj-lt"/>
                      </a:endParaRPr>
                    </a:p>
                  </a:txBody>
                  <a:tcPr/>
                </a:tc>
                <a:tc>
                  <a:txBody>
                    <a:bodyPr/>
                    <a:lstStyle/>
                    <a:p>
                      <a:pPr algn="just" fontAlgn="t">
                        <a:lnSpc>
                          <a:spcPts val="1500"/>
                        </a:lnSpc>
                        <a:buNone/>
                      </a:pPr>
                      <a:r>
                        <a:rPr lang="vi-VN" sz="1400" b="0">
                          <a:effectLst/>
                        </a:rPr>
                        <a:t>Halfword</a:t>
                      </a:r>
                      <a:endParaRPr lang="en-US" sz="1400" b="0" i="0">
                        <a:effectLst/>
                        <a:latin typeface="+mj-lt"/>
                      </a:endParaRPr>
                    </a:p>
                  </a:txBody>
                  <a:tcPr/>
                </a:tc>
                <a:extLst>
                  <a:ext uri="{0D108BD9-81ED-4DB2-BD59-A6C34878D82A}">
                    <a16:rowId xmlns:a16="http://schemas.microsoft.com/office/drawing/2014/main" val="4086146668"/>
                  </a:ext>
                </a:extLst>
              </a:tr>
              <a:tr h="215999">
                <a:tc>
                  <a:txBody>
                    <a:bodyPr/>
                    <a:lstStyle/>
                    <a:p>
                      <a:pPr algn="ctr"/>
                      <a:r>
                        <a:rPr lang="vi-VN" sz="1400"/>
                        <a:t>0</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32</a:t>
                      </a:r>
                      <a:endParaRPr lang="en-US" sz="1400">
                        <a:latin typeface="+mj-lt"/>
                      </a:endParaRPr>
                    </a:p>
                  </a:txBody>
                  <a:tcPr/>
                </a:tc>
                <a:tc>
                  <a:txBody>
                    <a:bodyPr/>
                    <a:lstStyle/>
                    <a:p>
                      <a:pPr algn="just" fontAlgn="t">
                        <a:lnSpc>
                          <a:spcPts val="1500"/>
                        </a:lnSpc>
                        <a:buNone/>
                      </a:pPr>
                      <a:r>
                        <a:rPr lang="vi-VN" sz="1400" b="0">
                          <a:effectLst/>
                        </a:rPr>
                        <a:t>Word</a:t>
                      </a:r>
                      <a:endParaRPr lang="en-US" sz="1400" b="0" i="0">
                        <a:effectLst/>
                        <a:latin typeface="+mj-lt"/>
                      </a:endParaRPr>
                    </a:p>
                  </a:txBody>
                  <a:tcPr/>
                </a:tc>
                <a:extLst>
                  <a:ext uri="{0D108BD9-81ED-4DB2-BD59-A6C34878D82A}">
                    <a16:rowId xmlns:a16="http://schemas.microsoft.com/office/drawing/2014/main" val="2477128536"/>
                  </a:ext>
                </a:extLst>
              </a:tr>
              <a:tr h="215999">
                <a:tc>
                  <a:txBody>
                    <a:bodyPr/>
                    <a:lstStyle/>
                    <a:p>
                      <a:pPr algn="ctr"/>
                      <a:r>
                        <a:rPr lang="vi-VN" sz="1400"/>
                        <a:t>0</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64</a:t>
                      </a:r>
                      <a:endParaRPr lang="en-US" sz="1400">
                        <a:latin typeface="+mj-lt"/>
                      </a:endParaRPr>
                    </a:p>
                  </a:txBody>
                  <a:tcPr/>
                </a:tc>
                <a:tc>
                  <a:txBody>
                    <a:bodyPr/>
                    <a:lstStyle/>
                    <a:p>
                      <a:pPr algn="just" fontAlgn="t">
                        <a:lnSpc>
                          <a:spcPts val="1500"/>
                        </a:lnSpc>
                        <a:buNone/>
                      </a:pPr>
                      <a:r>
                        <a:rPr lang="vi-VN" sz="1400" b="0">
                          <a:effectLst/>
                        </a:rPr>
                        <a:t>Doubleword</a:t>
                      </a:r>
                      <a:endParaRPr lang="en-US" sz="1400" b="0" i="0">
                        <a:effectLst/>
                        <a:latin typeface="+mj-lt"/>
                      </a:endParaRPr>
                    </a:p>
                  </a:txBody>
                  <a:tcPr/>
                </a:tc>
                <a:extLst>
                  <a:ext uri="{0D108BD9-81ED-4DB2-BD59-A6C34878D82A}">
                    <a16:rowId xmlns:a16="http://schemas.microsoft.com/office/drawing/2014/main" val="1478035640"/>
                  </a:ext>
                </a:extLst>
              </a:tr>
              <a:tr h="215999">
                <a:tc>
                  <a:txBody>
                    <a:bodyPr/>
                    <a:lstStyle/>
                    <a:p>
                      <a:pPr algn="ctr"/>
                      <a:r>
                        <a:rPr lang="vi-VN" sz="1400"/>
                        <a:t>1</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128</a:t>
                      </a:r>
                      <a:endParaRPr lang="en-US" sz="1400">
                        <a:latin typeface="+mj-lt"/>
                      </a:endParaRPr>
                    </a:p>
                  </a:txBody>
                  <a:tcPr/>
                </a:tc>
                <a:tc>
                  <a:txBody>
                    <a:bodyPr/>
                    <a:lstStyle/>
                    <a:p>
                      <a:pPr algn="just" fontAlgn="t">
                        <a:lnSpc>
                          <a:spcPts val="1500"/>
                        </a:lnSpc>
                        <a:buNone/>
                      </a:pPr>
                      <a:r>
                        <a:rPr lang="vi-VN" sz="1400" b="0">
                          <a:effectLst/>
                        </a:rPr>
                        <a:t>4-word line</a:t>
                      </a:r>
                      <a:endParaRPr lang="en-US" sz="1400" b="0" i="0">
                        <a:effectLst/>
                        <a:latin typeface="+mj-lt"/>
                      </a:endParaRPr>
                    </a:p>
                  </a:txBody>
                  <a:tcPr/>
                </a:tc>
                <a:extLst>
                  <a:ext uri="{0D108BD9-81ED-4DB2-BD59-A6C34878D82A}">
                    <a16:rowId xmlns:a16="http://schemas.microsoft.com/office/drawing/2014/main" val="3584289242"/>
                  </a:ext>
                </a:extLst>
              </a:tr>
              <a:tr h="215999">
                <a:tc>
                  <a:txBody>
                    <a:bodyPr/>
                    <a:lstStyle/>
                    <a:p>
                      <a:pPr algn="ctr"/>
                      <a:r>
                        <a:rPr lang="vi-VN" sz="1400"/>
                        <a:t>1</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256</a:t>
                      </a:r>
                      <a:endParaRPr lang="en-US" sz="1400">
                        <a:latin typeface="+mj-lt"/>
                      </a:endParaRPr>
                    </a:p>
                  </a:txBody>
                  <a:tcPr/>
                </a:tc>
                <a:tc>
                  <a:txBody>
                    <a:bodyPr/>
                    <a:lstStyle/>
                    <a:p>
                      <a:pPr algn="just" fontAlgn="t">
                        <a:lnSpc>
                          <a:spcPts val="1500"/>
                        </a:lnSpc>
                        <a:buNone/>
                      </a:pPr>
                      <a:r>
                        <a:rPr lang="vi-VN" sz="1400" b="0">
                          <a:effectLst/>
                        </a:rPr>
                        <a:t>8-word line</a:t>
                      </a:r>
                      <a:endParaRPr lang="en-US" sz="1400" b="0" i="0">
                        <a:effectLst/>
                        <a:latin typeface="+mj-lt"/>
                      </a:endParaRPr>
                    </a:p>
                  </a:txBody>
                  <a:tcPr/>
                </a:tc>
                <a:extLst>
                  <a:ext uri="{0D108BD9-81ED-4DB2-BD59-A6C34878D82A}">
                    <a16:rowId xmlns:a16="http://schemas.microsoft.com/office/drawing/2014/main" val="744031377"/>
                  </a:ext>
                </a:extLst>
              </a:tr>
              <a:tr h="215999">
                <a:tc>
                  <a:txBody>
                    <a:bodyPr/>
                    <a:lstStyle/>
                    <a:p>
                      <a:pPr algn="ctr"/>
                      <a:r>
                        <a:rPr lang="vi-VN" sz="1400"/>
                        <a:t>1</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0</a:t>
                      </a:r>
                      <a:endParaRPr lang="en-US" sz="1400">
                        <a:latin typeface="+mj-lt"/>
                      </a:endParaRPr>
                    </a:p>
                  </a:txBody>
                  <a:tcPr/>
                </a:tc>
                <a:tc>
                  <a:txBody>
                    <a:bodyPr/>
                    <a:lstStyle/>
                    <a:p>
                      <a:pPr algn="ctr"/>
                      <a:r>
                        <a:rPr lang="vi-VN" sz="1400"/>
                        <a:t>512</a:t>
                      </a:r>
                      <a:endParaRPr lang="en-US" sz="1400">
                        <a:latin typeface="+mj-lt"/>
                      </a:endParaRPr>
                    </a:p>
                  </a:txBody>
                  <a:tcPr/>
                </a:tc>
                <a:tc>
                  <a:txBody>
                    <a:bodyPr/>
                    <a:lstStyle/>
                    <a:p>
                      <a:pPr algn="just" fontAlgn="t">
                        <a:lnSpc>
                          <a:spcPts val="1500"/>
                        </a:lnSpc>
                        <a:buNone/>
                      </a:pPr>
                      <a:r>
                        <a:rPr lang="vi-VN" sz="1400" b="0">
                          <a:effectLst/>
                        </a:rPr>
                        <a:t>-</a:t>
                      </a:r>
                      <a:endParaRPr lang="en-US" sz="1400" b="0" i="0">
                        <a:effectLst/>
                        <a:latin typeface="+mj-lt"/>
                      </a:endParaRPr>
                    </a:p>
                  </a:txBody>
                  <a:tcPr/>
                </a:tc>
                <a:extLst>
                  <a:ext uri="{0D108BD9-81ED-4DB2-BD59-A6C34878D82A}">
                    <a16:rowId xmlns:a16="http://schemas.microsoft.com/office/drawing/2014/main" val="4272091183"/>
                  </a:ext>
                </a:extLst>
              </a:tr>
              <a:tr h="215999">
                <a:tc>
                  <a:txBody>
                    <a:bodyPr/>
                    <a:lstStyle/>
                    <a:p>
                      <a:pPr algn="ctr"/>
                      <a:r>
                        <a:rPr lang="vi-VN" sz="1400"/>
                        <a:t>1</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1</a:t>
                      </a:r>
                      <a:endParaRPr lang="en-US" sz="1400">
                        <a:latin typeface="+mj-lt"/>
                      </a:endParaRPr>
                    </a:p>
                  </a:txBody>
                  <a:tcPr/>
                </a:tc>
                <a:tc>
                  <a:txBody>
                    <a:bodyPr/>
                    <a:lstStyle/>
                    <a:p>
                      <a:pPr algn="ctr"/>
                      <a:r>
                        <a:rPr lang="vi-VN" sz="1400"/>
                        <a:t>1024</a:t>
                      </a:r>
                      <a:endParaRPr lang="en-US" sz="1400">
                        <a:latin typeface="+mj-lt"/>
                      </a:endParaRPr>
                    </a:p>
                  </a:txBody>
                  <a:tcPr/>
                </a:tc>
                <a:tc>
                  <a:txBody>
                    <a:bodyPr/>
                    <a:lstStyle/>
                    <a:p>
                      <a:pPr algn="just" fontAlgn="t">
                        <a:lnSpc>
                          <a:spcPts val="1500"/>
                        </a:lnSpc>
                        <a:buNone/>
                      </a:pPr>
                      <a:r>
                        <a:rPr lang="vi-VN" sz="1400" b="0" dirty="0">
                          <a:effectLst/>
                        </a:rPr>
                        <a:t>-</a:t>
                      </a:r>
                      <a:endParaRPr lang="en-US" sz="1400" b="0" i="0" dirty="0">
                        <a:effectLst/>
                        <a:latin typeface="+mj-lt"/>
                      </a:endParaRPr>
                    </a:p>
                  </a:txBody>
                  <a:tcPr/>
                </a:tc>
                <a:extLst>
                  <a:ext uri="{0D108BD9-81ED-4DB2-BD59-A6C34878D82A}">
                    <a16:rowId xmlns:a16="http://schemas.microsoft.com/office/drawing/2014/main" val="3118839841"/>
                  </a:ext>
                </a:extLst>
              </a:tr>
            </a:tbl>
          </a:graphicData>
        </a:graphic>
      </p:graphicFrame>
      <p:sp>
        <p:nvSpPr>
          <p:cNvPr id="5" name="TextBox 4">
            <a:extLst>
              <a:ext uri="{FF2B5EF4-FFF2-40B4-BE49-F238E27FC236}">
                <a16:creationId xmlns:a16="http://schemas.microsoft.com/office/drawing/2014/main" id="{54355AB7-1CE9-3779-3A06-D74BCD3994D0}"/>
              </a:ext>
            </a:extLst>
          </p:cNvPr>
          <p:cNvSpPr txBox="1"/>
          <p:nvPr/>
        </p:nvSpPr>
        <p:spPr>
          <a:xfrm>
            <a:off x="521209" y="3558328"/>
            <a:ext cx="4038599" cy="1754326"/>
          </a:xfrm>
          <a:prstGeom prst="rect">
            <a:avLst/>
          </a:prstGeom>
          <a:noFill/>
        </p:spPr>
        <p:txBody>
          <a:bodyPr wrap="square">
            <a:spAutoFit/>
          </a:bodyPr>
          <a:lstStyle/>
          <a:p>
            <a:pPr algn="just"/>
            <a:r>
              <a:rPr lang="vi-VN" b="1" dirty="0"/>
              <a:t>Note: </a:t>
            </a:r>
            <a:r>
              <a:rPr lang="en-US" dirty="0"/>
              <a:t>The transfer size set by </a:t>
            </a:r>
            <a:r>
              <a:rPr lang="en-US" b="1" dirty="0"/>
              <a:t>HSIZE</a:t>
            </a:r>
            <a:r>
              <a:rPr lang="en-US" dirty="0"/>
              <a:t> must be less than or equal to the width of the data bus. For example, with a 32-bit data bus, </a:t>
            </a:r>
            <a:r>
              <a:rPr lang="en-US" b="1" dirty="0"/>
              <a:t>HSIZE</a:t>
            </a:r>
            <a:r>
              <a:rPr lang="en-US" dirty="0"/>
              <a:t> must only use the values 0b000, 0b001, or 0b010</a:t>
            </a:r>
          </a:p>
        </p:txBody>
      </p:sp>
      <p:sp>
        <p:nvSpPr>
          <p:cNvPr id="6" name="TextBox 5">
            <a:extLst>
              <a:ext uri="{FF2B5EF4-FFF2-40B4-BE49-F238E27FC236}">
                <a16:creationId xmlns:a16="http://schemas.microsoft.com/office/drawing/2014/main" id="{3F5A21FB-8030-5D4A-CE04-8971DA6887C9}"/>
              </a:ext>
            </a:extLst>
          </p:cNvPr>
          <p:cNvSpPr txBox="1"/>
          <p:nvPr/>
        </p:nvSpPr>
        <p:spPr>
          <a:xfrm>
            <a:off x="521208" y="5495758"/>
            <a:ext cx="11194931" cy="923330"/>
          </a:xfrm>
          <a:prstGeom prst="rect">
            <a:avLst/>
          </a:prstGeom>
          <a:noFill/>
        </p:spPr>
        <p:txBody>
          <a:bodyPr wrap="square">
            <a:spAutoFit/>
          </a:bodyPr>
          <a:lstStyle/>
          <a:p>
            <a:pPr algn="just"/>
            <a:r>
              <a:rPr lang="en-US"/>
              <a:t>The </a:t>
            </a:r>
            <a:r>
              <a:rPr lang="en-US" b="1"/>
              <a:t>HSIZE</a:t>
            </a:r>
            <a:r>
              <a:rPr lang="en-US"/>
              <a:t> signals have the same timing as the address bus. However, they must remain constant throughout a burst transfer. </a:t>
            </a:r>
            <a:endParaRPr lang="vi-VN"/>
          </a:p>
          <a:p>
            <a:pPr algn="just"/>
            <a:r>
              <a:rPr lang="en-US" b="1"/>
              <a:t>HSIZE</a:t>
            </a:r>
            <a:r>
              <a:rPr lang="en-US"/>
              <a:t> in conjunction with </a:t>
            </a:r>
            <a:r>
              <a:rPr lang="en-US" b="1"/>
              <a:t>HBURST</a:t>
            </a:r>
            <a:r>
              <a:rPr lang="en-US"/>
              <a:t> determines the address boundary for wrapping bursts.</a:t>
            </a:r>
          </a:p>
        </p:txBody>
      </p:sp>
      <p:sp>
        <p:nvSpPr>
          <p:cNvPr id="7" name="Title 1">
            <a:extLst>
              <a:ext uri="{FF2B5EF4-FFF2-40B4-BE49-F238E27FC236}">
                <a16:creationId xmlns:a16="http://schemas.microsoft.com/office/drawing/2014/main" id="{7AF20416-D2D7-6D7F-AC1E-5FAAD7F13064}"/>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Transfer operation</a:t>
            </a:r>
            <a:endParaRPr lang="en-US" sz="2600" b="1" dirty="0"/>
          </a:p>
        </p:txBody>
      </p:sp>
      <p:sp>
        <p:nvSpPr>
          <p:cNvPr id="10" name="Title 1">
            <a:extLst>
              <a:ext uri="{FF2B5EF4-FFF2-40B4-BE49-F238E27FC236}">
                <a16:creationId xmlns:a16="http://schemas.microsoft.com/office/drawing/2014/main" id="{B0940977-22A1-0E0E-7787-83388A20B408}"/>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1.4.4. Transfer size</a:t>
            </a:r>
            <a:endParaRPr lang="en-US" sz="2200" b="1" dirty="0"/>
          </a:p>
        </p:txBody>
      </p:sp>
    </p:spTree>
    <p:extLst>
      <p:ext uri="{BB962C8B-B14F-4D97-AF65-F5344CB8AC3E}">
        <p14:creationId xmlns:p14="http://schemas.microsoft.com/office/powerpoint/2010/main" val="1505032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C8E7-C374-2A31-741E-61321E057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53545-C195-E561-DB19-97A5D635D5E6}"/>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30E623D6-E0CF-498D-31A4-416ABA0A672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C559F733-DCEB-F26D-C6B0-DFBE052C8A5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A0F9E0F3-C189-A7DC-AB69-2BDA3B790D6E}"/>
              </a:ext>
            </a:extLst>
          </p:cNvPr>
          <p:cNvSpPr>
            <a:spLocks noGrp="1"/>
          </p:cNvSpPr>
          <p:nvPr>
            <p:ph type="sldNum" sz="quarter" idx="12"/>
          </p:nvPr>
        </p:nvSpPr>
        <p:spPr/>
        <p:txBody>
          <a:bodyPr/>
          <a:lstStyle/>
          <a:p>
            <a:fld id="{148CC95F-0247-41B6-91CF-DC97C76A7088}" type="slidenum">
              <a:rPr lang="en-US" smtClean="0"/>
              <a:t>18</a:t>
            </a:fld>
            <a:endParaRPr lang="en-US"/>
          </a:p>
        </p:txBody>
      </p:sp>
      <p:graphicFrame>
        <p:nvGraphicFramePr>
          <p:cNvPr id="7" name="Table 6">
            <a:extLst>
              <a:ext uri="{FF2B5EF4-FFF2-40B4-BE49-F238E27FC236}">
                <a16:creationId xmlns:a16="http://schemas.microsoft.com/office/drawing/2014/main" id="{5BD7DE14-975E-774E-401B-6268D7E3164E}"/>
              </a:ext>
            </a:extLst>
          </p:cNvPr>
          <p:cNvGraphicFramePr>
            <a:graphicFrameLocks noGrp="1"/>
          </p:cNvGraphicFramePr>
          <p:nvPr>
            <p:extLst>
              <p:ext uri="{D42A27DB-BD31-4B8C-83A1-F6EECF244321}">
                <p14:modId xmlns:p14="http://schemas.microsoft.com/office/powerpoint/2010/main" val="4111115585"/>
              </p:ext>
            </p:extLst>
          </p:nvPr>
        </p:nvGraphicFramePr>
        <p:xfrm>
          <a:off x="5413823" y="2411335"/>
          <a:ext cx="6232585" cy="3017058"/>
        </p:xfrm>
        <a:graphic>
          <a:graphicData uri="http://schemas.openxmlformats.org/drawingml/2006/table">
            <a:tbl>
              <a:tblPr firstRow="1" bandRow="1">
                <a:tableStyleId>{073A0DAA-6AF3-43AB-8588-CEC1D06C72B9}</a:tableStyleId>
              </a:tblPr>
              <a:tblGrid>
                <a:gridCol w="1492370">
                  <a:extLst>
                    <a:ext uri="{9D8B030D-6E8A-4147-A177-3AD203B41FA5}">
                      <a16:colId xmlns:a16="http://schemas.microsoft.com/office/drawing/2014/main" val="937800916"/>
                    </a:ext>
                  </a:extLst>
                </a:gridCol>
                <a:gridCol w="1242204">
                  <a:extLst>
                    <a:ext uri="{9D8B030D-6E8A-4147-A177-3AD203B41FA5}">
                      <a16:colId xmlns:a16="http://schemas.microsoft.com/office/drawing/2014/main" val="1382611266"/>
                    </a:ext>
                  </a:extLst>
                </a:gridCol>
                <a:gridCol w="3498011">
                  <a:extLst>
                    <a:ext uri="{9D8B030D-6E8A-4147-A177-3AD203B41FA5}">
                      <a16:colId xmlns:a16="http://schemas.microsoft.com/office/drawing/2014/main" val="939195079"/>
                    </a:ext>
                  </a:extLst>
                </a:gridCol>
              </a:tblGrid>
              <a:tr h="394874">
                <a:tc>
                  <a:txBody>
                    <a:bodyPr/>
                    <a:lstStyle/>
                    <a:p>
                      <a:pPr algn="ctr"/>
                      <a:r>
                        <a:rPr lang="vi-VN" sz="1400"/>
                        <a:t>HBURST[2:0]</a:t>
                      </a:r>
                      <a:endParaRPr lang="en-US" sz="1400">
                        <a:latin typeface="+mj-lt"/>
                      </a:endParaRPr>
                    </a:p>
                  </a:txBody>
                  <a:tcPr/>
                </a:tc>
                <a:tc>
                  <a:txBody>
                    <a:bodyPr/>
                    <a:lstStyle/>
                    <a:p>
                      <a:pPr algn="ctr"/>
                      <a:r>
                        <a:rPr lang="vi-VN" sz="1400"/>
                        <a:t>Type</a:t>
                      </a:r>
                      <a:endParaRPr lang="en-US" sz="1400">
                        <a:latin typeface="+mj-lt"/>
                      </a:endParaRPr>
                    </a:p>
                  </a:txBody>
                  <a:tcPr/>
                </a:tc>
                <a:tc>
                  <a:txBody>
                    <a:bodyPr/>
                    <a:lstStyle/>
                    <a:p>
                      <a:pPr algn="ctr"/>
                      <a:r>
                        <a:rPr lang="vi-VN" sz="1400" dirty="0"/>
                        <a:t>Descriptions</a:t>
                      </a:r>
                      <a:endParaRPr lang="en-US" sz="1400" dirty="0">
                        <a:latin typeface="+mj-lt"/>
                      </a:endParaRPr>
                    </a:p>
                  </a:txBody>
                  <a:tcPr/>
                </a:tc>
                <a:extLst>
                  <a:ext uri="{0D108BD9-81ED-4DB2-BD59-A6C34878D82A}">
                    <a16:rowId xmlns:a16="http://schemas.microsoft.com/office/drawing/2014/main" val="99632705"/>
                  </a:ext>
                </a:extLst>
              </a:tr>
              <a:tr h="327773">
                <a:tc>
                  <a:txBody>
                    <a:bodyPr/>
                    <a:lstStyle/>
                    <a:p>
                      <a:pPr algn="ctr"/>
                      <a:r>
                        <a:rPr lang="vi-VN" sz="1400"/>
                        <a:t>000</a:t>
                      </a:r>
                      <a:endParaRPr lang="en-US" sz="1400">
                        <a:latin typeface="+mj-lt"/>
                      </a:endParaRPr>
                    </a:p>
                  </a:txBody>
                  <a:tcPr/>
                </a:tc>
                <a:tc>
                  <a:txBody>
                    <a:bodyPr/>
                    <a:lstStyle/>
                    <a:p>
                      <a:pPr algn="ctr"/>
                      <a:r>
                        <a:rPr lang="vi-VN" sz="1400" dirty="0"/>
                        <a:t>SINGLE</a:t>
                      </a:r>
                      <a:endParaRPr lang="en-US" sz="1400" dirty="0">
                        <a:latin typeface="+mj-lt"/>
                      </a:endParaRPr>
                    </a:p>
                  </a:txBody>
                  <a:tcPr/>
                </a:tc>
                <a:tc>
                  <a:txBody>
                    <a:bodyPr/>
                    <a:lstStyle/>
                    <a:p>
                      <a:pPr algn="just" fontAlgn="t">
                        <a:lnSpc>
                          <a:spcPts val="1500"/>
                        </a:lnSpc>
                        <a:buNone/>
                      </a:pPr>
                      <a:r>
                        <a:rPr lang="vi-VN" sz="1400" b="0">
                          <a:effectLst/>
                        </a:rPr>
                        <a:t>Single transfer burst</a:t>
                      </a:r>
                      <a:endParaRPr lang="en-US" sz="1400" b="0" i="0">
                        <a:effectLst/>
                        <a:latin typeface="+mj-lt"/>
                      </a:endParaRPr>
                    </a:p>
                  </a:txBody>
                  <a:tcPr/>
                </a:tc>
                <a:extLst>
                  <a:ext uri="{0D108BD9-81ED-4DB2-BD59-A6C34878D82A}">
                    <a16:rowId xmlns:a16="http://schemas.microsoft.com/office/drawing/2014/main" val="2795284242"/>
                  </a:ext>
                </a:extLst>
              </a:tr>
              <a:tr h="327773">
                <a:tc>
                  <a:txBody>
                    <a:bodyPr/>
                    <a:lstStyle/>
                    <a:p>
                      <a:pPr algn="ctr"/>
                      <a:r>
                        <a:rPr lang="vi-VN" sz="1400"/>
                        <a:t>001</a:t>
                      </a:r>
                      <a:endParaRPr lang="en-US" sz="1400">
                        <a:latin typeface="+mj-lt"/>
                      </a:endParaRPr>
                    </a:p>
                  </a:txBody>
                  <a:tcPr/>
                </a:tc>
                <a:tc>
                  <a:txBody>
                    <a:bodyPr/>
                    <a:lstStyle/>
                    <a:p>
                      <a:pPr algn="ctr"/>
                      <a:r>
                        <a:rPr lang="vi-VN" sz="1400"/>
                        <a:t>INCR</a:t>
                      </a:r>
                      <a:endParaRPr lang="en-US" sz="1400">
                        <a:latin typeface="+mj-lt"/>
                      </a:endParaRPr>
                    </a:p>
                  </a:txBody>
                  <a:tcPr/>
                </a:tc>
                <a:tc>
                  <a:txBody>
                    <a:bodyPr/>
                    <a:lstStyle/>
                    <a:p>
                      <a:pPr algn="just" fontAlgn="t">
                        <a:lnSpc>
                          <a:spcPts val="1500"/>
                        </a:lnSpc>
                        <a:buNone/>
                      </a:pPr>
                      <a:r>
                        <a:rPr lang="en-US" sz="1400"/>
                        <a:t>Incrementing burst of undefined length</a:t>
                      </a:r>
                      <a:endParaRPr lang="en-US" sz="1400" b="0" i="0">
                        <a:effectLst/>
                        <a:latin typeface="+mj-lt"/>
                      </a:endParaRPr>
                    </a:p>
                  </a:txBody>
                  <a:tcPr/>
                </a:tc>
                <a:extLst>
                  <a:ext uri="{0D108BD9-81ED-4DB2-BD59-A6C34878D82A}">
                    <a16:rowId xmlns:a16="http://schemas.microsoft.com/office/drawing/2014/main" val="4086146668"/>
                  </a:ext>
                </a:extLst>
              </a:tr>
              <a:tr h="327773">
                <a:tc>
                  <a:txBody>
                    <a:bodyPr/>
                    <a:lstStyle/>
                    <a:p>
                      <a:pPr algn="ctr"/>
                      <a:r>
                        <a:rPr lang="vi-VN" sz="1400"/>
                        <a:t>010</a:t>
                      </a:r>
                      <a:endParaRPr lang="en-US" sz="1400">
                        <a:latin typeface="+mj-lt"/>
                      </a:endParaRPr>
                    </a:p>
                  </a:txBody>
                  <a:tcPr/>
                </a:tc>
                <a:tc>
                  <a:txBody>
                    <a:bodyPr/>
                    <a:lstStyle/>
                    <a:p>
                      <a:pPr algn="ctr"/>
                      <a:r>
                        <a:rPr lang="vi-VN" sz="1400"/>
                        <a:t>WRAP4</a:t>
                      </a:r>
                      <a:endParaRPr lang="en-US" sz="1400">
                        <a:latin typeface="+mj-lt"/>
                      </a:endParaRPr>
                    </a:p>
                  </a:txBody>
                  <a:tcPr/>
                </a:tc>
                <a:tc>
                  <a:txBody>
                    <a:bodyPr/>
                    <a:lstStyle/>
                    <a:p>
                      <a:pPr algn="just" fontAlgn="t">
                        <a:lnSpc>
                          <a:spcPts val="1500"/>
                        </a:lnSpc>
                        <a:buNone/>
                      </a:pPr>
                      <a:r>
                        <a:rPr lang="en-US" sz="1400"/>
                        <a:t>4-beat wrapping burst</a:t>
                      </a:r>
                      <a:endParaRPr lang="en-US" sz="1400" b="0" i="0">
                        <a:effectLst/>
                        <a:latin typeface="+mj-lt"/>
                      </a:endParaRPr>
                    </a:p>
                  </a:txBody>
                  <a:tcPr/>
                </a:tc>
                <a:extLst>
                  <a:ext uri="{0D108BD9-81ED-4DB2-BD59-A6C34878D82A}">
                    <a16:rowId xmlns:a16="http://schemas.microsoft.com/office/drawing/2014/main" val="2477128536"/>
                  </a:ext>
                </a:extLst>
              </a:tr>
              <a:tr h="327773">
                <a:tc>
                  <a:txBody>
                    <a:bodyPr/>
                    <a:lstStyle/>
                    <a:p>
                      <a:pPr algn="ctr"/>
                      <a:r>
                        <a:rPr lang="vi-VN" sz="1400"/>
                        <a:t>011</a:t>
                      </a:r>
                      <a:endParaRPr lang="en-US" sz="1400">
                        <a:latin typeface="+mj-lt"/>
                      </a:endParaRPr>
                    </a:p>
                  </a:txBody>
                  <a:tcPr/>
                </a:tc>
                <a:tc>
                  <a:txBody>
                    <a:bodyPr/>
                    <a:lstStyle/>
                    <a:p>
                      <a:pPr algn="ctr"/>
                      <a:r>
                        <a:rPr lang="vi-VN" sz="1400"/>
                        <a:t>INCR4</a:t>
                      </a:r>
                      <a:endParaRPr lang="en-US" sz="1400">
                        <a:latin typeface="+mj-lt"/>
                      </a:endParaRPr>
                    </a:p>
                  </a:txBody>
                  <a:tcPr/>
                </a:tc>
                <a:tc>
                  <a:txBody>
                    <a:bodyPr/>
                    <a:lstStyle/>
                    <a:p>
                      <a:pPr algn="just" fontAlgn="t">
                        <a:lnSpc>
                          <a:spcPts val="1500"/>
                        </a:lnSpc>
                        <a:buNone/>
                      </a:pPr>
                      <a:r>
                        <a:rPr lang="en-US" sz="1400"/>
                        <a:t>4-beat incrementing burst</a:t>
                      </a:r>
                      <a:endParaRPr lang="en-US" sz="1400" b="0" i="0">
                        <a:effectLst/>
                        <a:latin typeface="+mj-lt"/>
                      </a:endParaRPr>
                    </a:p>
                  </a:txBody>
                  <a:tcPr/>
                </a:tc>
                <a:extLst>
                  <a:ext uri="{0D108BD9-81ED-4DB2-BD59-A6C34878D82A}">
                    <a16:rowId xmlns:a16="http://schemas.microsoft.com/office/drawing/2014/main" val="1478035640"/>
                  </a:ext>
                </a:extLst>
              </a:tr>
              <a:tr h="327773">
                <a:tc>
                  <a:txBody>
                    <a:bodyPr/>
                    <a:lstStyle/>
                    <a:p>
                      <a:pPr algn="ctr"/>
                      <a:r>
                        <a:rPr lang="vi-VN" sz="1400"/>
                        <a:t>100</a:t>
                      </a:r>
                      <a:endParaRPr lang="en-US" sz="1400">
                        <a:latin typeface="+mj-lt"/>
                      </a:endParaRPr>
                    </a:p>
                  </a:txBody>
                  <a:tcPr/>
                </a:tc>
                <a:tc>
                  <a:txBody>
                    <a:bodyPr/>
                    <a:lstStyle/>
                    <a:p>
                      <a:pPr algn="ctr"/>
                      <a:r>
                        <a:rPr lang="vi-VN" sz="1400"/>
                        <a:t>WRAP8</a:t>
                      </a:r>
                      <a:endParaRPr lang="en-US" sz="1400">
                        <a:latin typeface="+mj-lt"/>
                      </a:endParaRPr>
                    </a:p>
                  </a:txBody>
                  <a:tcPr/>
                </a:tc>
                <a:tc>
                  <a:txBody>
                    <a:bodyPr/>
                    <a:lstStyle/>
                    <a:p>
                      <a:pPr algn="just" fontAlgn="t">
                        <a:lnSpc>
                          <a:spcPts val="1500"/>
                        </a:lnSpc>
                        <a:buNone/>
                      </a:pPr>
                      <a:r>
                        <a:rPr lang="en-US" sz="1400"/>
                        <a:t>8-beat wrapping burst</a:t>
                      </a:r>
                      <a:endParaRPr lang="en-US" sz="1400" b="0" i="0">
                        <a:effectLst/>
                        <a:latin typeface="+mj-lt"/>
                      </a:endParaRPr>
                    </a:p>
                  </a:txBody>
                  <a:tcPr/>
                </a:tc>
                <a:extLst>
                  <a:ext uri="{0D108BD9-81ED-4DB2-BD59-A6C34878D82A}">
                    <a16:rowId xmlns:a16="http://schemas.microsoft.com/office/drawing/2014/main" val="3584289242"/>
                  </a:ext>
                </a:extLst>
              </a:tr>
              <a:tr h="327773">
                <a:tc>
                  <a:txBody>
                    <a:bodyPr/>
                    <a:lstStyle/>
                    <a:p>
                      <a:pPr algn="ctr"/>
                      <a:r>
                        <a:rPr lang="vi-VN" sz="1400"/>
                        <a:t>101</a:t>
                      </a:r>
                      <a:endParaRPr lang="en-US" sz="1400">
                        <a:latin typeface="+mj-lt"/>
                      </a:endParaRPr>
                    </a:p>
                  </a:txBody>
                  <a:tcPr/>
                </a:tc>
                <a:tc>
                  <a:txBody>
                    <a:bodyPr/>
                    <a:lstStyle/>
                    <a:p>
                      <a:pPr algn="ctr"/>
                      <a:r>
                        <a:rPr lang="vi-VN" sz="1400"/>
                        <a:t>INCR8</a:t>
                      </a:r>
                      <a:endParaRPr lang="en-US" sz="1400">
                        <a:latin typeface="+mj-lt"/>
                      </a:endParaRPr>
                    </a:p>
                  </a:txBody>
                  <a:tcPr/>
                </a:tc>
                <a:tc>
                  <a:txBody>
                    <a:bodyPr/>
                    <a:lstStyle/>
                    <a:p>
                      <a:pPr algn="just" fontAlgn="t">
                        <a:lnSpc>
                          <a:spcPts val="1500"/>
                        </a:lnSpc>
                        <a:buNone/>
                      </a:pPr>
                      <a:r>
                        <a:rPr lang="en-US" sz="1400"/>
                        <a:t>8-beat incrementing burst</a:t>
                      </a:r>
                      <a:endParaRPr lang="en-US" sz="1400" b="0" i="0">
                        <a:effectLst/>
                        <a:latin typeface="+mj-lt"/>
                      </a:endParaRPr>
                    </a:p>
                  </a:txBody>
                  <a:tcPr/>
                </a:tc>
                <a:extLst>
                  <a:ext uri="{0D108BD9-81ED-4DB2-BD59-A6C34878D82A}">
                    <a16:rowId xmlns:a16="http://schemas.microsoft.com/office/drawing/2014/main" val="744031377"/>
                  </a:ext>
                </a:extLst>
              </a:tr>
              <a:tr h="327773">
                <a:tc>
                  <a:txBody>
                    <a:bodyPr/>
                    <a:lstStyle/>
                    <a:p>
                      <a:pPr algn="ctr"/>
                      <a:r>
                        <a:rPr lang="vi-VN" sz="1400"/>
                        <a:t>110</a:t>
                      </a:r>
                      <a:endParaRPr lang="en-US" sz="1400">
                        <a:latin typeface="+mj-lt"/>
                      </a:endParaRPr>
                    </a:p>
                  </a:txBody>
                  <a:tcPr/>
                </a:tc>
                <a:tc>
                  <a:txBody>
                    <a:bodyPr/>
                    <a:lstStyle/>
                    <a:p>
                      <a:pPr algn="ctr"/>
                      <a:r>
                        <a:rPr lang="vi-VN" sz="1400"/>
                        <a:t>WRAP16</a:t>
                      </a:r>
                      <a:endParaRPr lang="en-US" sz="1400">
                        <a:latin typeface="+mj-lt"/>
                      </a:endParaRPr>
                    </a:p>
                  </a:txBody>
                  <a:tcPr/>
                </a:tc>
                <a:tc>
                  <a:txBody>
                    <a:bodyPr/>
                    <a:lstStyle/>
                    <a:p>
                      <a:pPr algn="just" fontAlgn="t">
                        <a:lnSpc>
                          <a:spcPts val="1500"/>
                        </a:lnSpc>
                        <a:buNone/>
                      </a:pPr>
                      <a:r>
                        <a:rPr lang="en-US" sz="1400"/>
                        <a:t>16-beat wrapping burst</a:t>
                      </a:r>
                      <a:endParaRPr lang="en-US" sz="1400" b="0" i="0">
                        <a:effectLst/>
                        <a:latin typeface="+mj-lt"/>
                      </a:endParaRPr>
                    </a:p>
                  </a:txBody>
                  <a:tcPr/>
                </a:tc>
                <a:extLst>
                  <a:ext uri="{0D108BD9-81ED-4DB2-BD59-A6C34878D82A}">
                    <a16:rowId xmlns:a16="http://schemas.microsoft.com/office/drawing/2014/main" val="4272091183"/>
                  </a:ext>
                </a:extLst>
              </a:tr>
              <a:tr h="327773">
                <a:tc>
                  <a:txBody>
                    <a:bodyPr/>
                    <a:lstStyle/>
                    <a:p>
                      <a:pPr algn="ctr"/>
                      <a:r>
                        <a:rPr lang="vi-VN" sz="1400"/>
                        <a:t>111</a:t>
                      </a:r>
                      <a:endParaRPr lang="en-US" sz="1400">
                        <a:latin typeface="+mj-lt"/>
                      </a:endParaRPr>
                    </a:p>
                  </a:txBody>
                  <a:tcPr/>
                </a:tc>
                <a:tc>
                  <a:txBody>
                    <a:bodyPr/>
                    <a:lstStyle/>
                    <a:p>
                      <a:pPr algn="ctr"/>
                      <a:r>
                        <a:rPr lang="vi-VN" sz="1400"/>
                        <a:t>INCR16</a:t>
                      </a:r>
                      <a:endParaRPr lang="en-US" sz="1400">
                        <a:latin typeface="+mj-lt"/>
                      </a:endParaRPr>
                    </a:p>
                  </a:txBody>
                  <a:tcPr/>
                </a:tc>
                <a:tc>
                  <a:txBody>
                    <a:bodyPr/>
                    <a:lstStyle/>
                    <a:p>
                      <a:pPr algn="just" fontAlgn="t">
                        <a:lnSpc>
                          <a:spcPts val="1500"/>
                        </a:lnSpc>
                        <a:buNone/>
                      </a:pPr>
                      <a:r>
                        <a:rPr lang="en-US" sz="1400" dirty="0"/>
                        <a:t>16-beat incrementing </a:t>
                      </a:r>
                      <a:r>
                        <a:rPr lang="vi-VN" sz="1400" dirty="0"/>
                        <a:t>burst</a:t>
                      </a:r>
                      <a:endParaRPr lang="en-US" sz="1400" b="0" i="0" dirty="0">
                        <a:effectLst/>
                        <a:latin typeface="+mj-lt"/>
                      </a:endParaRPr>
                    </a:p>
                  </a:txBody>
                  <a:tcPr/>
                </a:tc>
                <a:extLst>
                  <a:ext uri="{0D108BD9-81ED-4DB2-BD59-A6C34878D82A}">
                    <a16:rowId xmlns:a16="http://schemas.microsoft.com/office/drawing/2014/main" val="3118839841"/>
                  </a:ext>
                </a:extLst>
              </a:tr>
            </a:tbl>
          </a:graphicData>
        </a:graphic>
      </p:graphicFrame>
      <p:sp>
        <p:nvSpPr>
          <p:cNvPr id="10" name="TextBox 9">
            <a:extLst>
              <a:ext uri="{FF2B5EF4-FFF2-40B4-BE49-F238E27FC236}">
                <a16:creationId xmlns:a16="http://schemas.microsoft.com/office/drawing/2014/main" id="{DA24E481-BBE1-F38E-369F-38B8936DFC4C}"/>
              </a:ext>
            </a:extLst>
          </p:cNvPr>
          <p:cNvSpPr txBox="1"/>
          <p:nvPr/>
        </p:nvSpPr>
        <p:spPr>
          <a:xfrm>
            <a:off x="521208" y="2881089"/>
            <a:ext cx="5039264" cy="2308324"/>
          </a:xfrm>
          <a:prstGeom prst="rect">
            <a:avLst/>
          </a:prstGeom>
          <a:noFill/>
        </p:spPr>
        <p:txBody>
          <a:bodyPr wrap="square">
            <a:spAutoFit/>
          </a:bodyPr>
          <a:lstStyle/>
          <a:p>
            <a:r>
              <a:rPr lang="en-US" dirty="0"/>
              <a:t>Managers must not attempt to start an incrementing burst that crosses a 1KB address boundary. </a:t>
            </a:r>
            <a:endParaRPr lang="vi-VN" dirty="0"/>
          </a:p>
          <a:p>
            <a:r>
              <a:rPr lang="en-US" dirty="0"/>
              <a:t>Managers can perform single transfers using either: </a:t>
            </a:r>
            <a:endParaRPr lang="vi-VN" dirty="0"/>
          </a:p>
          <a:p>
            <a:pPr marL="285750" indent="-285750">
              <a:buFont typeface="Arial" panose="020B0604020202020204" pitchFamily="34" charset="0"/>
              <a:buChar char="•"/>
            </a:pPr>
            <a:r>
              <a:rPr lang="en-US" dirty="0"/>
              <a:t>SINGLE transfer burst. </a:t>
            </a:r>
            <a:endParaRPr lang="vi-VN" dirty="0"/>
          </a:p>
          <a:p>
            <a:pPr marL="285750" indent="-285750">
              <a:buFont typeface="Arial" panose="020B0604020202020204" pitchFamily="34" charset="0"/>
              <a:buChar char="•"/>
            </a:pPr>
            <a:r>
              <a:rPr lang="en-US" dirty="0"/>
              <a:t>Undefined length burst that has a burst of length one.</a:t>
            </a:r>
          </a:p>
        </p:txBody>
      </p:sp>
      <p:sp>
        <p:nvSpPr>
          <p:cNvPr id="12" name="TextBox 11">
            <a:extLst>
              <a:ext uri="{FF2B5EF4-FFF2-40B4-BE49-F238E27FC236}">
                <a16:creationId xmlns:a16="http://schemas.microsoft.com/office/drawing/2014/main" id="{E25CD826-D309-14C5-F623-F362C6D78004}"/>
              </a:ext>
            </a:extLst>
          </p:cNvPr>
          <p:cNvSpPr txBox="1"/>
          <p:nvPr/>
        </p:nvSpPr>
        <p:spPr>
          <a:xfrm>
            <a:off x="521208" y="5547412"/>
            <a:ext cx="11125200" cy="923330"/>
          </a:xfrm>
          <a:prstGeom prst="rect">
            <a:avLst/>
          </a:prstGeom>
          <a:noFill/>
        </p:spPr>
        <p:txBody>
          <a:bodyPr wrap="square">
            <a:spAutoFit/>
          </a:bodyPr>
          <a:lstStyle/>
          <a:p>
            <a:pPr algn="just"/>
            <a:r>
              <a:rPr lang="vi-VN" b="1"/>
              <a:t>Note: </a:t>
            </a:r>
            <a:r>
              <a:rPr lang="en-US"/>
              <a:t>The burst size indicates the number of beats in the burst and not the number of bytes transferred. Calculate the total amount of data transferred in a burst by multiplying the number of beats by the amount of data in each beat, as indicated by HSIZE[2:0].</a:t>
            </a:r>
          </a:p>
        </p:txBody>
      </p:sp>
      <p:sp>
        <p:nvSpPr>
          <p:cNvPr id="13" name="Title 1">
            <a:extLst>
              <a:ext uri="{FF2B5EF4-FFF2-40B4-BE49-F238E27FC236}">
                <a16:creationId xmlns:a16="http://schemas.microsoft.com/office/drawing/2014/main" id="{30663A85-F524-638F-3041-E55B81EA0D17}"/>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14" name="Title 1">
            <a:extLst>
              <a:ext uri="{FF2B5EF4-FFF2-40B4-BE49-F238E27FC236}">
                <a16:creationId xmlns:a16="http://schemas.microsoft.com/office/drawing/2014/main" id="{D3460A80-92E6-1918-C29E-EAFD8E3CF687}"/>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1.5.1. Burst operation descriptions</a:t>
            </a:r>
            <a:endParaRPr lang="en-US" sz="2200" b="1" dirty="0"/>
          </a:p>
        </p:txBody>
      </p:sp>
    </p:spTree>
    <p:extLst>
      <p:ext uri="{BB962C8B-B14F-4D97-AF65-F5344CB8AC3E}">
        <p14:creationId xmlns:p14="http://schemas.microsoft.com/office/powerpoint/2010/main" val="2939256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7E913-9753-0561-ADAA-72A631997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799EF-812D-0D4A-FC08-B56AF8A862EA}"/>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FABE8F9B-2DF6-F2CF-5332-B99DDF710B5A}"/>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A63C7537-3791-D86C-5D29-FA9D6ABB97C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CA54774-BA6C-0167-7623-76115C21650F}"/>
              </a:ext>
            </a:extLst>
          </p:cNvPr>
          <p:cNvSpPr>
            <a:spLocks noGrp="1"/>
          </p:cNvSpPr>
          <p:nvPr>
            <p:ph type="sldNum" sz="quarter" idx="12"/>
          </p:nvPr>
        </p:nvSpPr>
        <p:spPr/>
        <p:txBody>
          <a:bodyPr/>
          <a:lstStyle/>
          <a:p>
            <a:fld id="{148CC95F-0247-41B6-91CF-DC97C76A7088}" type="slidenum">
              <a:rPr lang="en-US" smtClean="0"/>
              <a:t>19</a:t>
            </a:fld>
            <a:endParaRPr lang="en-US"/>
          </a:p>
        </p:txBody>
      </p:sp>
      <p:pic>
        <p:nvPicPr>
          <p:cNvPr id="3" name="Picture 2">
            <a:extLst>
              <a:ext uri="{FF2B5EF4-FFF2-40B4-BE49-F238E27FC236}">
                <a16:creationId xmlns:a16="http://schemas.microsoft.com/office/drawing/2014/main" id="{71BDC80D-A528-CE82-674F-55BEB6381836}"/>
              </a:ext>
            </a:extLst>
          </p:cNvPr>
          <p:cNvPicPr>
            <a:picLocks noChangeAspect="1"/>
          </p:cNvPicPr>
          <p:nvPr/>
        </p:nvPicPr>
        <p:blipFill>
          <a:blip r:embed="rId2"/>
          <a:stretch>
            <a:fillRect/>
          </a:stretch>
        </p:blipFill>
        <p:spPr>
          <a:xfrm>
            <a:off x="7282774" y="789504"/>
            <a:ext cx="4247291" cy="2459762"/>
          </a:xfrm>
          <a:prstGeom prst="rect">
            <a:avLst/>
          </a:prstGeom>
        </p:spPr>
      </p:pic>
      <p:graphicFrame>
        <p:nvGraphicFramePr>
          <p:cNvPr id="4" name="Table 3">
            <a:extLst>
              <a:ext uri="{FF2B5EF4-FFF2-40B4-BE49-F238E27FC236}">
                <a16:creationId xmlns:a16="http://schemas.microsoft.com/office/drawing/2014/main" id="{E0DEEB6D-1D5A-141C-3540-8FC70148271E}"/>
              </a:ext>
            </a:extLst>
          </p:cNvPr>
          <p:cNvGraphicFramePr>
            <a:graphicFrameLocks noGrp="1"/>
          </p:cNvGraphicFramePr>
          <p:nvPr>
            <p:extLst>
              <p:ext uri="{D42A27DB-BD31-4B8C-83A1-F6EECF244321}">
                <p14:modId xmlns:p14="http://schemas.microsoft.com/office/powerpoint/2010/main" val="2237402812"/>
              </p:ext>
            </p:extLst>
          </p:nvPr>
        </p:nvGraphicFramePr>
        <p:xfrm>
          <a:off x="515112" y="3338953"/>
          <a:ext cx="11347290" cy="319087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0x38, HBURST = WRAP4, HSIZE = Word, HWRITE = 1</a:t>
                      </a:r>
                      <a:endParaRPr lang="en-US" sz="1400" b="0" i="0">
                        <a:effectLst/>
                        <a:latin typeface="+mj-lt"/>
                      </a:endParaRPr>
                    </a:p>
                  </a:txBody>
                  <a:tcPr/>
                </a:tc>
                <a:tc>
                  <a:txBody>
                    <a:bodyPr/>
                    <a:lstStyle/>
                    <a:p>
                      <a:pPr algn="just" fontAlgn="t">
                        <a:lnSpc>
                          <a:spcPts val="1500"/>
                        </a:lnSpc>
                        <a:buNone/>
                      </a:pPr>
                      <a:r>
                        <a:rPr lang="en-US" sz="1400" b="0">
                          <a:effectLst/>
                        </a:rPr>
                        <a:t>Address phase of Beat 1. Master starts a WRAP4 burst with a NONSEQ transfer. Address = 0x38.</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fontAlgn="t">
                        <a:lnSpc>
                          <a:spcPts val="1500"/>
                        </a:lnSpc>
                        <a:buNone/>
                      </a:pPr>
                      <a:r>
                        <a:rPr lang="nn-NO" sz="1400" b="0">
                          <a:effectLst/>
                        </a:rPr>
                        <a:t>HWDATA = Data(0x38), HADDR = 0x3C,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1 (Data for address 0x38). In parallel, address phase of Beat 2 begins: 0x3C.</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fontAlgn="t">
                        <a:lnSpc>
                          <a:spcPts val="1500"/>
                        </a:lnSpc>
                        <a:buNone/>
                      </a:pPr>
                      <a:r>
                        <a:rPr lang="nn-NO" sz="1400" b="0">
                          <a:effectLst/>
                        </a:rPr>
                        <a:t>HWDATA = Data(0x3C), HADDR = 0x30,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2 (Data for address 0x3C). Meanwhile, address phase of Beat 3 occurs. Because it is WRAP4, the address wraps: 0x30.</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fontAlgn="t">
                        <a:lnSpc>
                          <a:spcPts val="1500"/>
                        </a:lnSpc>
                        <a:buNone/>
                      </a:pPr>
                      <a:r>
                        <a:rPr lang="nn-NO" sz="1400" b="0">
                          <a:effectLst/>
                        </a:rPr>
                        <a:t>HWDATA = Data(0x30), HADDR = 0x34,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3 (Data for address 0x30). At the same time, address phase of Beat 4 occurs: 0x34.</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fontAlgn="t">
                        <a:lnSpc>
                          <a:spcPts val="1500"/>
                        </a:lnSpc>
                        <a:buNone/>
                      </a:pPr>
                      <a:r>
                        <a:rPr lang="en-US" sz="1400" b="0">
                          <a:effectLst/>
                        </a:rPr>
                        <a:t>HWDATA = Data(0x34), HREADY = 1</a:t>
                      </a:r>
                      <a:endParaRPr lang="en-US" sz="1400" b="0" i="0">
                        <a:effectLst/>
                        <a:latin typeface="+mj-lt"/>
                      </a:endParaRPr>
                    </a:p>
                  </a:txBody>
                  <a:tcPr/>
                </a:tc>
                <a:tc>
                  <a:txBody>
                    <a:bodyPr/>
                    <a:lstStyle/>
                    <a:p>
                      <a:pPr algn="just" fontAlgn="t">
                        <a:lnSpc>
                          <a:spcPts val="1500"/>
                        </a:lnSpc>
                        <a:buNone/>
                      </a:pPr>
                      <a:r>
                        <a:rPr lang="en-US" sz="1400" b="0">
                          <a:effectLst/>
                        </a:rPr>
                        <a:t>Data phase of Beat 4 (Data for address 0x34). Burst transfer is still active.</a:t>
                      </a:r>
                      <a:endParaRPr lang="en-US" sz="1400" b="0" i="0">
                        <a:effectLst/>
                        <a:latin typeface="+mj-lt"/>
                      </a:endParaRPr>
                    </a:p>
                  </a:txBody>
                  <a:tcPr/>
                </a:tc>
                <a:extLst>
                  <a:ext uri="{0D108BD9-81ED-4DB2-BD59-A6C34878D82A}">
                    <a16:rowId xmlns:a16="http://schemas.microsoft.com/office/drawing/2014/main" val="3584289242"/>
                  </a:ext>
                </a:extLst>
              </a:tr>
              <a:tr h="140780">
                <a:tc>
                  <a:txBody>
                    <a:bodyPr/>
                    <a:lstStyle/>
                    <a:p>
                      <a:r>
                        <a:rPr lang="vi-VN" sz="1400"/>
                        <a:t>T5-T6</a:t>
                      </a:r>
                      <a:endParaRPr lang="en-US" sz="1400">
                        <a:latin typeface="+mj-lt"/>
                      </a:endParaRPr>
                    </a:p>
                  </a:txBody>
                  <a:tcPr/>
                </a:tc>
                <a:tc>
                  <a:txBody>
                    <a:bodyPr/>
                    <a:lstStyle/>
                    <a:p>
                      <a:pPr fontAlgn="t">
                        <a:lnSpc>
                          <a:spcPts val="1500"/>
                        </a:lnSpc>
                        <a:buNone/>
                      </a:pPr>
                      <a:r>
                        <a:rPr lang="en-US" sz="1400" b="0">
                          <a:effectLst/>
                        </a:rPr>
                        <a:t>HTRANS = IDLE</a:t>
                      </a:r>
                      <a:endParaRPr lang="en-US" sz="1400" b="0" i="0">
                        <a:effectLst/>
                        <a:latin typeface="+mj-lt"/>
                      </a:endParaRPr>
                    </a:p>
                  </a:txBody>
                  <a:tcPr/>
                </a:tc>
                <a:tc>
                  <a:txBody>
                    <a:bodyPr/>
                    <a:lstStyle/>
                    <a:p>
                      <a:pPr algn="just" fontAlgn="t">
                        <a:lnSpc>
                          <a:spcPts val="1500"/>
                        </a:lnSpc>
                        <a:buNone/>
                      </a:pPr>
                      <a:r>
                        <a:rPr lang="en-US" sz="1400" b="0" dirty="0">
                          <a:effectLst/>
                        </a:rPr>
                        <a:t>Burst completes. Master transitions to IDLE or starts a new burst depending on next command.</a:t>
                      </a:r>
                      <a:endParaRPr lang="en-US" sz="1400" b="0" i="0" dirty="0">
                        <a:effectLst/>
                        <a:latin typeface="+mj-lt"/>
                      </a:endParaRPr>
                    </a:p>
                  </a:txBody>
                  <a:tcPr/>
                </a:tc>
                <a:extLst>
                  <a:ext uri="{0D108BD9-81ED-4DB2-BD59-A6C34878D82A}">
                    <a16:rowId xmlns:a16="http://schemas.microsoft.com/office/drawing/2014/main" val="2434410211"/>
                  </a:ext>
                </a:extLst>
              </a:tr>
            </a:tbl>
          </a:graphicData>
        </a:graphic>
      </p:graphicFrame>
      <p:sp>
        <p:nvSpPr>
          <p:cNvPr id="5" name="Title 1">
            <a:extLst>
              <a:ext uri="{FF2B5EF4-FFF2-40B4-BE49-F238E27FC236}">
                <a16:creationId xmlns:a16="http://schemas.microsoft.com/office/drawing/2014/main" id="{6AF8C27D-EABA-B86B-F821-E1BD4A2DBDCD}"/>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D3000E53-F97E-6C66-BB7C-32CB8FAF1089}"/>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1968799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7290-0215-F701-1180-E90FC59B6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E8140-5700-FEA6-BBEC-B447704CB09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64F1A0C2-3179-6970-919B-8A597DE5F2B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CC1BE6D0-05D6-ADA9-8A04-DA252553BE05}"/>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E74B2E2-E1F9-2343-8545-E3A1988F4B38}"/>
              </a:ext>
            </a:extLst>
          </p:cNvPr>
          <p:cNvSpPr>
            <a:spLocks noGrp="1"/>
          </p:cNvSpPr>
          <p:nvPr>
            <p:ph type="sldNum" sz="quarter" idx="12"/>
          </p:nvPr>
        </p:nvSpPr>
        <p:spPr/>
        <p:txBody>
          <a:bodyPr/>
          <a:lstStyle/>
          <a:p>
            <a:fld id="{148CC95F-0247-41B6-91CF-DC97C76A7088}" type="slidenum">
              <a:rPr lang="en-US" smtClean="0"/>
              <a:t>20</a:t>
            </a:fld>
            <a:endParaRPr lang="en-US"/>
          </a:p>
        </p:txBody>
      </p:sp>
      <p:graphicFrame>
        <p:nvGraphicFramePr>
          <p:cNvPr id="5" name="Table 4">
            <a:extLst>
              <a:ext uri="{FF2B5EF4-FFF2-40B4-BE49-F238E27FC236}">
                <a16:creationId xmlns:a16="http://schemas.microsoft.com/office/drawing/2014/main" id="{5AB1690A-9A2D-F4C0-7750-BC447D06810A}"/>
              </a:ext>
            </a:extLst>
          </p:cNvPr>
          <p:cNvGraphicFramePr>
            <a:graphicFrameLocks noGrp="1"/>
          </p:cNvGraphicFramePr>
          <p:nvPr>
            <p:extLst>
              <p:ext uri="{D42A27DB-BD31-4B8C-83A1-F6EECF244321}">
                <p14:modId xmlns:p14="http://schemas.microsoft.com/office/powerpoint/2010/main" val="1545512102"/>
              </p:ext>
            </p:extLst>
          </p:nvPr>
        </p:nvGraphicFramePr>
        <p:xfrm>
          <a:off x="515112" y="3510370"/>
          <a:ext cx="11347290" cy="300037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dirty="0"/>
                        <a:t>Cycle</a:t>
                      </a:r>
                      <a:endParaRPr lang="en-US" sz="1400" dirty="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0x38, HBURST = INCR4, HSIZE = Word</a:t>
                      </a:r>
                      <a:endParaRPr lang="en-US" sz="1400" b="0" i="0">
                        <a:effectLst/>
                        <a:latin typeface="+mj-lt"/>
                      </a:endParaRPr>
                    </a:p>
                  </a:txBody>
                  <a:tcPr/>
                </a:tc>
                <a:tc>
                  <a:txBody>
                    <a:bodyPr/>
                    <a:lstStyle/>
                    <a:p>
                      <a:pPr algn="just" fontAlgn="t">
                        <a:lnSpc>
                          <a:spcPts val="1500"/>
                        </a:lnSpc>
                        <a:buNone/>
                      </a:pPr>
                      <a:r>
                        <a:rPr lang="en-US" sz="1400" b="0">
                          <a:effectLst/>
                        </a:rPr>
                        <a:t>Address phase of Beat 1. Master starts an INCR4 burst with a NONSEQ transfer, issuing address 0x38.</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fontAlgn="t">
                        <a:lnSpc>
                          <a:spcPts val="1500"/>
                        </a:lnSpc>
                        <a:buNone/>
                      </a:pPr>
                      <a:r>
                        <a:rPr lang="nn-NO" sz="1400" b="0">
                          <a:effectLst/>
                        </a:rPr>
                        <a:t>HRDATA = Data(0x38), HADDR = 0x3C,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1 (Data for 0x38). In parallel, the master issues address of Beat 2: 0x3C (increment by 4).</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fontAlgn="t">
                        <a:lnSpc>
                          <a:spcPts val="1500"/>
                        </a:lnSpc>
                        <a:buNone/>
                      </a:pPr>
                      <a:r>
                        <a:rPr lang="nn-NO" sz="1400" b="0">
                          <a:effectLst/>
                        </a:rPr>
                        <a:t>HRDATA = Data(0x3C), HADDR = 0x40,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2 (Data for 0x3C). Meanwhile, address phase of Beat 3: 0x40.</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fontAlgn="t">
                        <a:lnSpc>
                          <a:spcPts val="1500"/>
                        </a:lnSpc>
                        <a:buNone/>
                      </a:pPr>
                      <a:r>
                        <a:rPr lang="nn-NO" sz="1400" b="0">
                          <a:effectLst/>
                        </a:rPr>
                        <a:t>HRDATA = Data(0x40), HADDR = 0x44,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3 (Data for 0x40). Master issues address phase of Beat 4: 0x44.</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fontAlgn="t">
                        <a:lnSpc>
                          <a:spcPts val="1500"/>
                        </a:lnSpc>
                        <a:buNone/>
                      </a:pPr>
                      <a:r>
                        <a:rPr lang="it-IT" sz="1400" b="0">
                          <a:effectLst/>
                        </a:rPr>
                        <a:t>HRDATA = Data(0x44), HREADY = 1</a:t>
                      </a:r>
                      <a:endParaRPr lang="en-US" sz="1400" b="0" i="0">
                        <a:effectLst/>
                        <a:latin typeface="+mj-lt"/>
                      </a:endParaRPr>
                    </a:p>
                  </a:txBody>
                  <a:tcPr/>
                </a:tc>
                <a:tc>
                  <a:txBody>
                    <a:bodyPr/>
                    <a:lstStyle/>
                    <a:p>
                      <a:pPr algn="just" fontAlgn="t">
                        <a:lnSpc>
                          <a:spcPts val="1500"/>
                        </a:lnSpc>
                        <a:buNone/>
                      </a:pPr>
                      <a:r>
                        <a:rPr lang="en-US" sz="1400" b="0">
                          <a:effectLst/>
                        </a:rPr>
                        <a:t>Data phase of Beat 4 (Data for 0x44). Burst still ongoing.</a:t>
                      </a:r>
                      <a:endParaRPr lang="en-US" sz="1400" b="0" i="0">
                        <a:effectLst/>
                        <a:latin typeface="+mj-lt"/>
                      </a:endParaRPr>
                    </a:p>
                  </a:txBody>
                  <a:tcPr/>
                </a:tc>
                <a:extLst>
                  <a:ext uri="{0D108BD9-81ED-4DB2-BD59-A6C34878D82A}">
                    <a16:rowId xmlns:a16="http://schemas.microsoft.com/office/drawing/2014/main" val="3584289242"/>
                  </a:ext>
                </a:extLst>
              </a:tr>
              <a:tr h="140780">
                <a:tc>
                  <a:txBody>
                    <a:bodyPr/>
                    <a:lstStyle/>
                    <a:p>
                      <a:r>
                        <a:rPr lang="vi-VN" sz="1400"/>
                        <a:t>T5-T6</a:t>
                      </a:r>
                      <a:endParaRPr lang="en-US" sz="1400">
                        <a:latin typeface="+mj-lt"/>
                      </a:endParaRPr>
                    </a:p>
                  </a:txBody>
                  <a:tcPr/>
                </a:tc>
                <a:tc>
                  <a:txBody>
                    <a:bodyPr/>
                    <a:lstStyle/>
                    <a:p>
                      <a:pPr fontAlgn="t">
                        <a:lnSpc>
                          <a:spcPts val="1500"/>
                        </a:lnSpc>
                        <a:buNone/>
                      </a:pPr>
                      <a:r>
                        <a:rPr lang="en-US" sz="1400" b="0">
                          <a:effectLst/>
                        </a:rPr>
                        <a:t>HTRANS = IDLE, HBURST no longer active</a:t>
                      </a:r>
                      <a:endParaRPr lang="en-US" sz="1400" b="0" i="0">
                        <a:effectLst/>
                        <a:latin typeface="+mj-lt"/>
                      </a:endParaRPr>
                    </a:p>
                  </a:txBody>
                  <a:tcPr/>
                </a:tc>
                <a:tc>
                  <a:txBody>
                    <a:bodyPr/>
                    <a:lstStyle/>
                    <a:p>
                      <a:pPr algn="just" fontAlgn="t">
                        <a:lnSpc>
                          <a:spcPts val="1500"/>
                        </a:lnSpc>
                        <a:buNone/>
                      </a:pPr>
                      <a:r>
                        <a:rPr lang="en-US" sz="1400" b="0" dirty="0">
                          <a:effectLst/>
                        </a:rPr>
                        <a:t>Burst completes. Master transitions to IDLE or starts the next transfer.</a:t>
                      </a:r>
                      <a:endParaRPr lang="en-US" sz="1400" b="0" i="0" dirty="0">
                        <a:effectLst/>
                        <a:latin typeface="+mj-lt"/>
                      </a:endParaRPr>
                    </a:p>
                  </a:txBody>
                  <a:tcPr/>
                </a:tc>
                <a:extLst>
                  <a:ext uri="{0D108BD9-81ED-4DB2-BD59-A6C34878D82A}">
                    <a16:rowId xmlns:a16="http://schemas.microsoft.com/office/drawing/2014/main" val="2434410211"/>
                  </a:ext>
                </a:extLst>
              </a:tr>
            </a:tbl>
          </a:graphicData>
        </a:graphic>
      </p:graphicFrame>
      <p:pic>
        <p:nvPicPr>
          <p:cNvPr id="6" name="Picture 5">
            <a:extLst>
              <a:ext uri="{FF2B5EF4-FFF2-40B4-BE49-F238E27FC236}">
                <a16:creationId xmlns:a16="http://schemas.microsoft.com/office/drawing/2014/main" id="{880DC29D-2F78-40E6-8677-0B0234F11DD7}"/>
              </a:ext>
            </a:extLst>
          </p:cNvPr>
          <p:cNvPicPr>
            <a:picLocks noChangeAspect="1"/>
          </p:cNvPicPr>
          <p:nvPr/>
        </p:nvPicPr>
        <p:blipFill>
          <a:blip r:embed="rId2"/>
          <a:stretch>
            <a:fillRect/>
          </a:stretch>
        </p:blipFill>
        <p:spPr>
          <a:xfrm>
            <a:off x="7266262" y="852765"/>
            <a:ext cx="4404530" cy="2576235"/>
          </a:xfrm>
          <a:prstGeom prst="rect">
            <a:avLst/>
          </a:prstGeom>
        </p:spPr>
      </p:pic>
      <p:sp>
        <p:nvSpPr>
          <p:cNvPr id="7" name="Title 1">
            <a:extLst>
              <a:ext uri="{FF2B5EF4-FFF2-40B4-BE49-F238E27FC236}">
                <a16:creationId xmlns:a16="http://schemas.microsoft.com/office/drawing/2014/main" id="{4465EAD8-BE28-F666-7008-98623111EEDC}"/>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10" name="Title 1">
            <a:extLst>
              <a:ext uri="{FF2B5EF4-FFF2-40B4-BE49-F238E27FC236}">
                <a16:creationId xmlns:a16="http://schemas.microsoft.com/office/drawing/2014/main" id="{3B51133B-7878-5D30-2650-22CC86A2C0B4}"/>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2148539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91FE-EB3E-3487-8DF1-8EB3C4652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73EB7-E029-7241-36E8-2BD49C385D17}"/>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DB919B02-8BCE-658D-9A25-2F94B9C7F370}"/>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2584783-827F-C2F2-9B6F-593105A1686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E6906350-3312-17B8-969A-306DCA82F046}"/>
              </a:ext>
            </a:extLst>
          </p:cNvPr>
          <p:cNvSpPr>
            <a:spLocks noGrp="1"/>
          </p:cNvSpPr>
          <p:nvPr>
            <p:ph type="sldNum" sz="quarter" idx="12"/>
          </p:nvPr>
        </p:nvSpPr>
        <p:spPr/>
        <p:txBody>
          <a:bodyPr/>
          <a:lstStyle/>
          <a:p>
            <a:fld id="{148CC95F-0247-41B6-91CF-DC97C76A7088}" type="slidenum">
              <a:rPr lang="en-US" smtClean="0"/>
              <a:t>21</a:t>
            </a:fld>
            <a:endParaRPr lang="en-US"/>
          </a:p>
        </p:txBody>
      </p:sp>
      <p:graphicFrame>
        <p:nvGraphicFramePr>
          <p:cNvPr id="3" name="Table 2">
            <a:extLst>
              <a:ext uri="{FF2B5EF4-FFF2-40B4-BE49-F238E27FC236}">
                <a16:creationId xmlns:a16="http://schemas.microsoft.com/office/drawing/2014/main" id="{3B3E27A8-0429-7C64-6FF1-3E6ECCC9624B}"/>
              </a:ext>
            </a:extLst>
          </p:cNvPr>
          <p:cNvGraphicFramePr>
            <a:graphicFrameLocks noGrp="1"/>
          </p:cNvGraphicFramePr>
          <p:nvPr>
            <p:extLst>
              <p:ext uri="{D42A27DB-BD31-4B8C-83A1-F6EECF244321}">
                <p14:modId xmlns:p14="http://schemas.microsoft.com/office/powerpoint/2010/main" val="2689819488"/>
              </p:ext>
            </p:extLst>
          </p:nvPr>
        </p:nvGraphicFramePr>
        <p:xfrm>
          <a:off x="515112" y="3723513"/>
          <a:ext cx="11347290" cy="269557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0x34, HBURST = WRAP8, HSIZE = Word</a:t>
                      </a:r>
                      <a:endParaRPr lang="en-US" sz="1400" b="0" i="0">
                        <a:effectLst/>
                        <a:latin typeface="+mj-lt"/>
                      </a:endParaRPr>
                    </a:p>
                  </a:txBody>
                  <a:tcPr/>
                </a:tc>
                <a:tc>
                  <a:txBody>
                    <a:bodyPr/>
                    <a:lstStyle/>
                    <a:p>
                      <a:pPr algn="just" fontAlgn="t">
                        <a:lnSpc>
                          <a:spcPts val="1500"/>
                        </a:lnSpc>
                        <a:buNone/>
                      </a:pPr>
                      <a:r>
                        <a:rPr lang="en-US" sz="1400" b="0">
                          <a:effectLst/>
                        </a:rPr>
                        <a:t>Address phase of Beat 1. Master begins the WRAP8 burst with a NONSEQ transfer at address 0x34.</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fontAlgn="t">
                        <a:lnSpc>
                          <a:spcPts val="1500"/>
                        </a:lnSpc>
                        <a:buNone/>
                      </a:pPr>
                      <a:r>
                        <a:rPr lang="nn-NO" sz="1400" b="0">
                          <a:effectLst/>
                        </a:rPr>
                        <a:t>HRDATA = Data(0x34), HADDR = 0x38,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1 (Data for address 0x34). Master issues address of Beat 2: 0x38.</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fontAlgn="t">
                        <a:lnSpc>
                          <a:spcPts val="1500"/>
                        </a:lnSpc>
                        <a:buNone/>
                      </a:pPr>
                      <a:r>
                        <a:rPr lang="nn-NO" sz="1400" b="0">
                          <a:effectLst/>
                        </a:rPr>
                        <a:t>HRDATA = Data(0x38), HADDR = 0x3C,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2 (0x38). Master issues address of Beat 3: 0x3C.</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fontAlgn="t">
                        <a:lnSpc>
                          <a:spcPts val="1500"/>
                        </a:lnSpc>
                        <a:buNone/>
                      </a:pPr>
                      <a:r>
                        <a:rPr lang="nn-NO" sz="1400" b="0">
                          <a:effectLst/>
                        </a:rPr>
                        <a:t>HRDATA = Data(0x3C), HADDR = 0x20,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3 (0x3C). Master issues address of Beat 4: 0x20. (Address wraps to start of 32‑byte boundary.)</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fontAlgn="t">
                        <a:lnSpc>
                          <a:spcPts val="1500"/>
                        </a:lnSpc>
                        <a:buNone/>
                      </a:pPr>
                      <a:r>
                        <a:rPr lang="nn-NO" sz="1400" b="0">
                          <a:effectLst/>
                        </a:rPr>
                        <a:t>HRDATA = Data(0x20), HADDR = 0x24, HTRANS = SEQ</a:t>
                      </a:r>
                      <a:endParaRPr lang="en-US" sz="1400" b="0" i="0">
                        <a:effectLst/>
                        <a:latin typeface="+mj-lt"/>
                      </a:endParaRPr>
                    </a:p>
                  </a:txBody>
                  <a:tcPr/>
                </a:tc>
                <a:tc>
                  <a:txBody>
                    <a:bodyPr/>
                    <a:lstStyle/>
                    <a:p>
                      <a:pPr algn="just" fontAlgn="t">
                        <a:lnSpc>
                          <a:spcPts val="1500"/>
                        </a:lnSpc>
                        <a:buNone/>
                      </a:pPr>
                      <a:r>
                        <a:rPr lang="en-US" sz="1400" b="0" dirty="0">
                          <a:effectLst/>
                        </a:rPr>
                        <a:t>Data phase of Beat 4 (0x20). Master issues address of Beat 5: 0x24.</a:t>
                      </a:r>
                      <a:endParaRPr lang="en-US" sz="1400" b="0" i="0" dirty="0">
                        <a:effectLst/>
                        <a:latin typeface="+mj-lt"/>
                      </a:endParaRPr>
                    </a:p>
                  </a:txBody>
                  <a:tcPr/>
                </a:tc>
                <a:extLst>
                  <a:ext uri="{0D108BD9-81ED-4DB2-BD59-A6C34878D82A}">
                    <a16:rowId xmlns:a16="http://schemas.microsoft.com/office/drawing/2014/main" val="3584289242"/>
                  </a:ext>
                </a:extLst>
              </a:tr>
            </a:tbl>
          </a:graphicData>
        </a:graphic>
      </p:graphicFrame>
      <p:pic>
        <p:nvPicPr>
          <p:cNvPr id="4" name="Picture 3">
            <a:extLst>
              <a:ext uri="{FF2B5EF4-FFF2-40B4-BE49-F238E27FC236}">
                <a16:creationId xmlns:a16="http://schemas.microsoft.com/office/drawing/2014/main" id="{E0DDD812-EE83-3EF5-C7D3-55CC8B3A146E}"/>
              </a:ext>
            </a:extLst>
          </p:cNvPr>
          <p:cNvPicPr>
            <a:picLocks noChangeAspect="1"/>
          </p:cNvPicPr>
          <p:nvPr/>
        </p:nvPicPr>
        <p:blipFill>
          <a:blip r:embed="rId2"/>
          <a:stretch>
            <a:fillRect/>
          </a:stretch>
        </p:blipFill>
        <p:spPr>
          <a:xfrm>
            <a:off x="6525240" y="739202"/>
            <a:ext cx="5337162" cy="2887128"/>
          </a:xfrm>
          <a:prstGeom prst="rect">
            <a:avLst/>
          </a:prstGeom>
        </p:spPr>
      </p:pic>
      <p:sp>
        <p:nvSpPr>
          <p:cNvPr id="5" name="Title 1">
            <a:extLst>
              <a:ext uri="{FF2B5EF4-FFF2-40B4-BE49-F238E27FC236}">
                <a16:creationId xmlns:a16="http://schemas.microsoft.com/office/drawing/2014/main" id="{5B1E56BC-06EF-B1C6-6F16-037B9B01446C}"/>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BCFAD6A4-2DA5-ADF4-6756-D973A5D3A833}"/>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1880002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F8E54-AC98-3272-7390-663F3B690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0E3F1-7A17-52A6-7B15-77A21E347D0A}"/>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4D4A9882-58A6-E211-E3A6-5BA4D332E14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0DC2C898-0A5F-84F1-03BB-48167B15EC8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EB69C4D2-10BA-E9C2-2AD7-F754570D8A0B}"/>
              </a:ext>
            </a:extLst>
          </p:cNvPr>
          <p:cNvSpPr>
            <a:spLocks noGrp="1"/>
          </p:cNvSpPr>
          <p:nvPr>
            <p:ph type="sldNum" sz="quarter" idx="12"/>
          </p:nvPr>
        </p:nvSpPr>
        <p:spPr/>
        <p:txBody>
          <a:bodyPr/>
          <a:lstStyle/>
          <a:p>
            <a:fld id="{148CC95F-0247-41B6-91CF-DC97C76A7088}" type="slidenum">
              <a:rPr lang="en-US" smtClean="0"/>
              <a:t>22</a:t>
            </a:fld>
            <a:endParaRPr lang="en-US"/>
          </a:p>
        </p:txBody>
      </p:sp>
      <p:graphicFrame>
        <p:nvGraphicFramePr>
          <p:cNvPr id="3" name="Table 2">
            <a:extLst>
              <a:ext uri="{FF2B5EF4-FFF2-40B4-BE49-F238E27FC236}">
                <a16:creationId xmlns:a16="http://schemas.microsoft.com/office/drawing/2014/main" id="{55320D2C-5F98-E2FA-2B8E-B3CBEBA05D6B}"/>
              </a:ext>
            </a:extLst>
          </p:cNvPr>
          <p:cNvGraphicFramePr>
            <a:graphicFrameLocks noGrp="1"/>
          </p:cNvGraphicFramePr>
          <p:nvPr>
            <p:extLst>
              <p:ext uri="{D42A27DB-BD31-4B8C-83A1-F6EECF244321}">
                <p14:modId xmlns:p14="http://schemas.microsoft.com/office/powerpoint/2010/main" val="1459362760"/>
              </p:ext>
            </p:extLst>
          </p:nvPr>
        </p:nvGraphicFramePr>
        <p:xfrm>
          <a:off x="533400" y="3973616"/>
          <a:ext cx="11347290" cy="2217420"/>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T5-T6</a:t>
                      </a:r>
                      <a:endParaRPr lang="en-US" sz="1400">
                        <a:latin typeface="+mj-lt"/>
                      </a:endParaRPr>
                    </a:p>
                  </a:txBody>
                  <a:tcPr/>
                </a:tc>
                <a:tc>
                  <a:txBody>
                    <a:bodyPr/>
                    <a:lstStyle/>
                    <a:p>
                      <a:pPr fontAlgn="t">
                        <a:lnSpc>
                          <a:spcPts val="1500"/>
                        </a:lnSpc>
                        <a:buNone/>
                      </a:pPr>
                      <a:r>
                        <a:rPr lang="nn-NO" sz="1400" b="0">
                          <a:effectLst/>
                        </a:rPr>
                        <a:t>HRDATA = Data(0x24), HADDR = 0x28,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5 (0x24). Master issues address of Beat 6: 0x28.</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T6-T7</a:t>
                      </a:r>
                      <a:endParaRPr lang="en-US" sz="1400">
                        <a:latin typeface="+mj-lt"/>
                      </a:endParaRPr>
                    </a:p>
                  </a:txBody>
                  <a:tcPr/>
                </a:tc>
                <a:tc>
                  <a:txBody>
                    <a:bodyPr/>
                    <a:lstStyle/>
                    <a:p>
                      <a:pPr fontAlgn="t">
                        <a:lnSpc>
                          <a:spcPts val="1500"/>
                        </a:lnSpc>
                        <a:buNone/>
                      </a:pPr>
                      <a:r>
                        <a:rPr lang="nn-NO" sz="1400" b="0">
                          <a:effectLst/>
                        </a:rPr>
                        <a:t>HRDATA = Data(0x28), HADDR = 0x2C,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6 (0x28). Master issues address of Beat 7: 0x2C.</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T7-T8</a:t>
                      </a:r>
                      <a:endParaRPr lang="en-US" sz="1400">
                        <a:latin typeface="+mj-lt"/>
                      </a:endParaRPr>
                    </a:p>
                  </a:txBody>
                  <a:tcPr/>
                </a:tc>
                <a:tc>
                  <a:txBody>
                    <a:bodyPr/>
                    <a:lstStyle/>
                    <a:p>
                      <a:pPr fontAlgn="t">
                        <a:lnSpc>
                          <a:spcPts val="1500"/>
                        </a:lnSpc>
                        <a:buNone/>
                      </a:pPr>
                      <a:r>
                        <a:rPr lang="nn-NO" sz="1400" b="0">
                          <a:effectLst/>
                        </a:rPr>
                        <a:t>HRDATA = Data(0x2C), HADDR = 0x30,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7 (0x2C). Master issues address of Beat 8: 0x30.</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T8-T9</a:t>
                      </a:r>
                      <a:endParaRPr lang="en-US" sz="1400">
                        <a:latin typeface="+mj-lt"/>
                      </a:endParaRPr>
                    </a:p>
                  </a:txBody>
                  <a:tcPr/>
                </a:tc>
                <a:tc>
                  <a:txBody>
                    <a:bodyPr/>
                    <a:lstStyle/>
                    <a:p>
                      <a:pPr fontAlgn="t">
                        <a:lnSpc>
                          <a:spcPts val="1500"/>
                        </a:lnSpc>
                        <a:buNone/>
                      </a:pPr>
                      <a:r>
                        <a:rPr lang="nb-NO" sz="1400" b="0">
                          <a:effectLst/>
                        </a:rPr>
                        <a:t>HRDATA = Data(0x30), HTRANS = IDLE</a:t>
                      </a:r>
                      <a:endParaRPr lang="en-US" sz="1400" b="0" i="0">
                        <a:effectLst/>
                        <a:latin typeface="+mj-lt"/>
                      </a:endParaRPr>
                    </a:p>
                  </a:txBody>
                  <a:tcPr/>
                </a:tc>
                <a:tc>
                  <a:txBody>
                    <a:bodyPr/>
                    <a:lstStyle/>
                    <a:p>
                      <a:pPr algn="just" fontAlgn="t">
                        <a:lnSpc>
                          <a:spcPts val="1500"/>
                        </a:lnSpc>
                        <a:buNone/>
                      </a:pPr>
                      <a:r>
                        <a:rPr lang="en-US" sz="1400" b="0" dirty="0">
                          <a:effectLst/>
                        </a:rPr>
                        <a:t>Data phase of Beat 8 (0x30). Burst ends. Master may go IDLE or start a new transfer.</a:t>
                      </a:r>
                      <a:endParaRPr lang="en-US" sz="1400" b="0" i="0" dirty="0">
                        <a:effectLst/>
                        <a:latin typeface="+mj-lt"/>
                      </a:endParaRPr>
                    </a:p>
                  </a:txBody>
                  <a:tcPr/>
                </a:tc>
                <a:extLst>
                  <a:ext uri="{0D108BD9-81ED-4DB2-BD59-A6C34878D82A}">
                    <a16:rowId xmlns:a16="http://schemas.microsoft.com/office/drawing/2014/main" val="1478035640"/>
                  </a:ext>
                </a:extLst>
              </a:tr>
            </a:tbl>
          </a:graphicData>
        </a:graphic>
      </p:graphicFrame>
      <p:pic>
        <p:nvPicPr>
          <p:cNvPr id="4" name="Picture 3">
            <a:extLst>
              <a:ext uri="{FF2B5EF4-FFF2-40B4-BE49-F238E27FC236}">
                <a16:creationId xmlns:a16="http://schemas.microsoft.com/office/drawing/2014/main" id="{9B571004-26D0-EAAD-7E72-CF366AED4FAF}"/>
              </a:ext>
            </a:extLst>
          </p:cNvPr>
          <p:cNvPicPr>
            <a:picLocks noChangeAspect="1"/>
          </p:cNvPicPr>
          <p:nvPr/>
        </p:nvPicPr>
        <p:blipFill>
          <a:blip r:embed="rId2"/>
          <a:stretch>
            <a:fillRect/>
          </a:stretch>
        </p:blipFill>
        <p:spPr>
          <a:xfrm>
            <a:off x="6543528" y="996957"/>
            <a:ext cx="5337162" cy="2887128"/>
          </a:xfrm>
          <a:prstGeom prst="rect">
            <a:avLst/>
          </a:prstGeom>
        </p:spPr>
      </p:pic>
      <p:sp>
        <p:nvSpPr>
          <p:cNvPr id="5" name="Title 1">
            <a:extLst>
              <a:ext uri="{FF2B5EF4-FFF2-40B4-BE49-F238E27FC236}">
                <a16:creationId xmlns:a16="http://schemas.microsoft.com/office/drawing/2014/main" id="{773BD91C-F360-5A5B-876B-FCF9E078C487}"/>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A48F504E-0CC2-8280-CC06-F7B83E4824BB}"/>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2764360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DDD1C-2FEC-CD72-B6A7-BDD29783B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05D2F-619E-F76B-E966-6F587AB1F6CE}"/>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9B78A34F-BA90-7B6B-CE62-89774F5A90F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E4CA23E1-301A-D9E4-7804-1AF034ACA193}"/>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836B0A6-FDC4-1298-9E3A-544A80292177}"/>
              </a:ext>
            </a:extLst>
          </p:cNvPr>
          <p:cNvSpPr>
            <a:spLocks noGrp="1"/>
          </p:cNvSpPr>
          <p:nvPr>
            <p:ph type="sldNum" sz="quarter" idx="12"/>
          </p:nvPr>
        </p:nvSpPr>
        <p:spPr/>
        <p:txBody>
          <a:bodyPr/>
          <a:lstStyle/>
          <a:p>
            <a:fld id="{148CC95F-0247-41B6-91CF-DC97C76A7088}" type="slidenum">
              <a:rPr lang="en-US" smtClean="0"/>
              <a:t>23</a:t>
            </a:fld>
            <a:endParaRPr lang="en-US"/>
          </a:p>
        </p:txBody>
      </p:sp>
      <p:graphicFrame>
        <p:nvGraphicFramePr>
          <p:cNvPr id="3" name="Table 2">
            <a:extLst>
              <a:ext uri="{FF2B5EF4-FFF2-40B4-BE49-F238E27FC236}">
                <a16:creationId xmlns:a16="http://schemas.microsoft.com/office/drawing/2014/main" id="{8108FBAF-FF1E-4E51-F528-4960B383542D}"/>
              </a:ext>
            </a:extLst>
          </p:cNvPr>
          <p:cNvGraphicFramePr>
            <a:graphicFrameLocks noGrp="1"/>
          </p:cNvGraphicFramePr>
          <p:nvPr>
            <p:extLst>
              <p:ext uri="{D42A27DB-BD31-4B8C-83A1-F6EECF244321}">
                <p14:modId xmlns:p14="http://schemas.microsoft.com/office/powerpoint/2010/main" val="4034787236"/>
              </p:ext>
            </p:extLst>
          </p:nvPr>
        </p:nvGraphicFramePr>
        <p:xfrm>
          <a:off x="515112" y="3817955"/>
          <a:ext cx="11347290" cy="269557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0x34, HBURST = INCR8, HSIZE = Halfword</a:t>
                      </a:r>
                      <a:endParaRPr lang="en-US" sz="1400" b="0" i="0">
                        <a:effectLst/>
                        <a:latin typeface="+mj-lt"/>
                      </a:endParaRPr>
                    </a:p>
                  </a:txBody>
                  <a:tcPr/>
                </a:tc>
                <a:tc>
                  <a:txBody>
                    <a:bodyPr/>
                    <a:lstStyle/>
                    <a:p>
                      <a:pPr algn="just" fontAlgn="t">
                        <a:lnSpc>
                          <a:spcPts val="1500"/>
                        </a:lnSpc>
                        <a:buNone/>
                      </a:pPr>
                      <a:r>
                        <a:rPr lang="en-US" sz="1400" b="0">
                          <a:effectLst/>
                        </a:rPr>
                        <a:t>Address phase of Beat 1. Master begins the INCR8 burst with a NONSEQ transfer at address 0x34.</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fontAlgn="t">
                        <a:lnSpc>
                          <a:spcPts val="1500"/>
                        </a:lnSpc>
                        <a:buNone/>
                      </a:pPr>
                      <a:r>
                        <a:rPr lang="nn-NO" sz="1400" b="0">
                          <a:effectLst/>
                        </a:rPr>
                        <a:t>HWDATA = Data(0x34), HADDR = 0x36,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1 (Data for 0x34). Master issues address of Beat 2: 0x36 (increment by 2 bytes because Halfword).</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fontAlgn="t">
                        <a:lnSpc>
                          <a:spcPts val="1500"/>
                        </a:lnSpc>
                        <a:buNone/>
                      </a:pPr>
                      <a:r>
                        <a:rPr lang="nn-NO" sz="1400" b="0">
                          <a:effectLst/>
                        </a:rPr>
                        <a:t>HWDATA = Data(0x36), HADDR = 0x38,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2 (Data for 0x36). Master issues address of Beat 3: 0x38.</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fontAlgn="t">
                        <a:lnSpc>
                          <a:spcPts val="1500"/>
                        </a:lnSpc>
                        <a:buNone/>
                      </a:pPr>
                      <a:r>
                        <a:rPr lang="en-US" sz="1400" b="0">
                          <a:effectLst/>
                        </a:rPr>
                        <a:t>HWDATA = Data(0x38), HADDR = 0x3A,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3 (Data for 0x38). Master issues address of Beat 4: 0x3A.</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dirty="0"/>
                        <a:t>T4-T5</a:t>
                      </a:r>
                      <a:endParaRPr lang="en-US" sz="1400" dirty="0">
                        <a:latin typeface="+mj-lt"/>
                      </a:endParaRPr>
                    </a:p>
                  </a:txBody>
                  <a:tcPr/>
                </a:tc>
                <a:tc>
                  <a:txBody>
                    <a:bodyPr/>
                    <a:lstStyle/>
                    <a:p>
                      <a:pPr fontAlgn="t">
                        <a:lnSpc>
                          <a:spcPts val="1500"/>
                        </a:lnSpc>
                        <a:buNone/>
                      </a:pPr>
                      <a:r>
                        <a:rPr lang="en-US" sz="1400" b="0">
                          <a:effectLst/>
                        </a:rPr>
                        <a:t>HWDATA = Data(0x3A), HADDR = 0x3C, HTRANS = SEQ</a:t>
                      </a:r>
                      <a:endParaRPr lang="en-US" sz="1400" b="0" i="0">
                        <a:effectLst/>
                        <a:latin typeface="+mj-lt"/>
                      </a:endParaRPr>
                    </a:p>
                  </a:txBody>
                  <a:tcPr/>
                </a:tc>
                <a:tc>
                  <a:txBody>
                    <a:bodyPr/>
                    <a:lstStyle/>
                    <a:p>
                      <a:pPr algn="just" fontAlgn="t">
                        <a:lnSpc>
                          <a:spcPts val="1500"/>
                        </a:lnSpc>
                        <a:buNone/>
                      </a:pPr>
                      <a:r>
                        <a:rPr lang="en-US" sz="1400" b="0" dirty="0">
                          <a:effectLst/>
                        </a:rPr>
                        <a:t>Data phase of Beat 4 (Data for 0x3A). Master issues address of Beat 5: 0x3C.</a:t>
                      </a:r>
                      <a:endParaRPr lang="en-US" sz="1400" b="0" i="0" dirty="0">
                        <a:effectLst/>
                        <a:latin typeface="+mj-lt"/>
                      </a:endParaRPr>
                    </a:p>
                  </a:txBody>
                  <a:tcPr/>
                </a:tc>
                <a:extLst>
                  <a:ext uri="{0D108BD9-81ED-4DB2-BD59-A6C34878D82A}">
                    <a16:rowId xmlns:a16="http://schemas.microsoft.com/office/drawing/2014/main" val="3584289242"/>
                  </a:ext>
                </a:extLst>
              </a:tr>
            </a:tbl>
          </a:graphicData>
        </a:graphic>
      </p:graphicFrame>
      <p:pic>
        <p:nvPicPr>
          <p:cNvPr id="4" name="Picture 3">
            <a:extLst>
              <a:ext uri="{FF2B5EF4-FFF2-40B4-BE49-F238E27FC236}">
                <a16:creationId xmlns:a16="http://schemas.microsoft.com/office/drawing/2014/main" id="{D21B47C8-57C1-9735-E9E1-3A938F3BED5F}"/>
              </a:ext>
            </a:extLst>
          </p:cNvPr>
          <p:cNvPicPr>
            <a:picLocks noChangeAspect="1"/>
          </p:cNvPicPr>
          <p:nvPr/>
        </p:nvPicPr>
        <p:blipFill>
          <a:blip r:embed="rId2"/>
          <a:stretch>
            <a:fillRect/>
          </a:stretch>
        </p:blipFill>
        <p:spPr>
          <a:xfrm>
            <a:off x="6685740" y="798428"/>
            <a:ext cx="5176662" cy="2786574"/>
          </a:xfrm>
          <a:prstGeom prst="rect">
            <a:avLst/>
          </a:prstGeom>
        </p:spPr>
      </p:pic>
      <p:sp>
        <p:nvSpPr>
          <p:cNvPr id="5" name="Title 1">
            <a:extLst>
              <a:ext uri="{FF2B5EF4-FFF2-40B4-BE49-F238E27FC236}">
                <a16:creationId xmlns:a16="http://schemas.microsoft.com/office/drawing/2014/main" id="{5A741A13-64B4-8FF3-084C-4B7F755D4DD1}"/>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ADA36762-8309-3779-4623-E3B6DFB6CA1F}"/>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116732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83F69-66D7-6890-D8D7-4C80CC69B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5B30F-D7F8-2F79-2A6C-2D8EC6989775}"/>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CA8695CC-8771-A4B2-844A-830908F4F48F}"/>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693E24C1-5D53-1932-9E1C-4CA89618C36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4A7197E-7EE3-F839-6613-AD62E8A8375D}"/>
              </a:ext>
            </a:extLst>
          </p:cNvPr>
          <p:cNvSpPr>
            <a:spLocks noGrp="1"/>
          </p:cNvSpPr>
          <p:nvPr>
            <p:ph type="sldNum" sz="quarter" idx="12"/>
          </p:nvPr>
        </p:nvSpPr>
        <p:spPr/>
        <p:txBody>
          <a:bodyPr/>
          <a:lstStyle/>
          <a:p>
            <a:fld id="{148CC95F-0247-41B6-91CF-DC97C76A7088}" type="slidenum">
              <a:rPr lang="en-US" smtClean="0"/>
              <a:t>24</a:t>
            </a:fld>
            <a:endParaRPr lang="en-US"/>
          </a:p>
        </p:txBody>
      </p:sp>
      <p:graphicFrame>
        <p:nvGraphicFramePr>
          <p:cNvPr id="3" name="Table 2">
            <a:extLst>
              <a:ext uri="{FF2B5EF4-FFF2-40B4-BE49-F238E27FC236}">
                <a16:creationId xmlns:a16="http://schemas.microsoft.com/office/drawing/2014/main" id="{212B92DE-9ADC-D161-B692-396324DDAE22}"/>
              </a:ext>
            </a:extLst>
          </p:cNvPr>
          <p:cNvGraphicFramePr>
            <a:graphicFrameLocks noGrp="1"/>
          </p:cNvGraphicFramePr>
          <p:nvPr>
            <p:extLst>
              <p:ext uri="{D42A27DB-BD31-4B8C-83A1-F6EECF244321}">
                <p14:modId xmlns:p14="http://schemas.microsoft.com/office/powerpoint/2010/main" val="190216576"/>
              </p:ext>
            </p:extLst>
          </p:nvPr>
        </p:nvGraphicFramePr>
        <p:xfrm>
          <a:off x="515112" y="4123650"/>
          <a:ext cx="11347290" cy="2217420"/>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dirty="0"/>
                        <a:t>Key Signals</a:t>
                      </a:r>
                      <a:endParaRPr lang="en-US" sz="1400" dirty="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T5-T6</a:t>
                      </a:r>
                      <a:endParaRPr lang="en-US" sz="1400">
                        <a:latin typeface="+mj-lt"/>
                      </a:endParaRPr>
                    </a:p>
                  </a:txBody>
                  <a:tcPr/>
                </a:tc>
                <a:tc>
                  <a:txBody>
                    <a:bodyPr/>
                    <a:lstStyle/>
                    <a:p>
                      <a:pPr fontAlgn="t">
                        <a:lnSpc>
                          <a:spcPts val="1500"/>
                        </a:lnSpc>
                        <a:buNone/>
                      </a:pPr>
                      <a:r>
                        <a:rPr lang="pt-BR" sz="1400" b="0">
                          <a:effectLst/>
                        </a:rPr>
                        <a:t>HWDATA = Data(0x3C), HADDR = 0x3E,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5 (0x3C). Master issues address of Beat 6: 0x3E.</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T6-T7</a:t>
                      </a:r>
                      <a:endParaRPr lang="en-US" sz="1400">
                        <a:latin typeface="+mj-lt"/>
                      </a:endParaRPr>
                    </a:p>
                  </a:txBody>
                  <a:tcPr/>
                </a:tc>
                <a:tc>
                  <a:txBody>
                    <a:bodyPr/>
                    <a:lstStyle/>
                    <a:p>
                      <a:pPr fontAlgn="t">
                        <a:lnSpc>
                          <a:spcPts val="1500"/>
                        </a:lnSpc>
                        <a:buNone/>
                      </a:pPr>
                      <a:r>
                        <a:rPr lang="pt-BR" sz="1400" b="0">
                          <a:effectLst/>
                        </a:rPr>
                        <a:t>HWDATA = Data(0x3E), HADDR = 0x40,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6 (0x3E). Master issues address of Beat 7: 0x40.</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T7-T8</a:t>
                      </a:r>
                      <a:endParaRPr lang="en-US" sz="1400">
                        <a:latin typeface="+mj-lt"/>
                      </a:endParaRPr>
                    </a:p>
                  </a:txBody>
                  <a:tcPr/>
                </a:tc>
                <a:tc>
                  <a:txBody>
                    <a:bodyPr/>
                    <a:lstStyle/>
                    <a:p>
                      <a:pPr fontAlgn="t">
                        <a:lnSpc>
                          <a:spcPts val="1500"/>
                        </a:lnSpc>
                        <a:buNone/>
                      </a:pPr>
                      <a:r>
                        <a:rPr lang="nn-NO" sz="1400" b="0">
                          <a:effectLst/>
                        </a:rPr>
                        <a:t>HWDATA = Data(0x40), HADDR = 0x42, HTRANS = SEQ</a:t>
                      </a:r>
                      <a:endParaRPr lang="en-US" sz="1400" b="0" i="0">
                        <a:effectLst/>
                        <a:latin typeface="+mj-lt"/>
                      </a:endParaRPr>
                    </a:p>
                  </a:txBody>
                  <a:tcPr/>
                </a:tc>
                <a:tc>
                  <a:txBody>
                    <a:bodyPr/>
                    <a:lstStyle/>
                    <a:p>
                      <a:pPr algn="just" fontAlgn="t">
                        <a:lnSpc>
                          <a:spcPts val="1500"/>
                        </a:lnSpc>
                        <a:buNone/>
                      </a:pPr>
                      <a:r>
                        <a:rPr lang="en-US" sz="1400" b="0">
                          <a:effectLst/>
                        </a:rPr>
                        <a:t>Data phase of Beat 7 (0x40). Master issues address of Beat 8: 0x42.</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T8-T9</a:t>
                      </a:r>
                      <a:endParaRPr lang="en-US" sz="1400">
                        <a:latin typeface="+mj-lt"/>
                      </a:endParaRPr>
                    </a:p>
                  </a:txBody>
                  <a:tcPr/>
                </a:tc>
                <a:tc>
                  <a:txBody>
                    <a:bodyPr/>
                    <a:lstStyle/>
                    <a:p>
                      <a:pPr fontAlgn="t">
                        <a:lnSpc>
                          <a:spcPts val="1500"/>
                        </a:lnSpc>
                        <a:buNone/>
                      </a:pPr>
                      <a:r>
                        <a:rPr lang="en-US" sz="1400" b="0" dirty="0">
                          <a:effectLst/>
                        </a:rPr>
                        <a:t>HWDATA = Data(0x42), HTRANS = IDLE</a:t>
                      </a:r>
                      <a:endParaRPr lang="en-US" sz="1400" b="0" i="0" dirty="0">
                        <a:effectLst/>
                        <a:latin typeface="+mj-lt"/>
                      </a:endParaRPr>
                    </a:p>
                  </a:txBody>
                  <a:tcPr/>
                </a:tc>
                <a:tc>
                  <a:txBody>
                    <a:bodyPr/>
                    <a:lstStyle/>
                    <a:p>
                      <a:pPr algn="just" fontAlgn="t">
                        <a:lnSpc>
                          <a:spcPts val="1500"/>
                        </a:lnSpc>
                        <a:buNone/>
                      </a:pPr>
                      <a:r>
                        <a:rPr lang="en-US" sz="1400" b="0" dirty="0">
                          <a:effectLst/>
                        </a:rPr>
                        <a:t>Data phase of Beat 8 (0x42). Burst completes; master may go IDLE or start new transfer.</a:t>
                      </a:r>
                      <a:endParaRPr lang="en-US" sz="1400" b="0" i="0" dirty="0">
                        <a:effectLst/>
                        <a:latin typeface="+mj-lt"/>
                      </a:endParaRPr>
                    </a:p>
                  </a:txBody>
                  <a:tcPr/>
                </a:tc>
                <a:extLst>
                  <a:ext uri="{0D108BD9-81ED-4DB2-BD59-A6C34878D82A}">
                    <a16:rowId xmlns:a16="http://schemas.microsoft.com/office/drawing/2014/main" val="1478035640"/>
                  </a:ext>
                </a:extLst>
              </a:tr>
            </a:tbl>
          </a:graphicData>
        </a:graphic>
      </p:graphicFrame>
      <p:pic>
        <p:nvPicPr>
          <p:cNvPr id="4" name="Picture 3">
            <a:extLst>
              <a:ext uri="{FF2B5EF4-FFF2-40B4-BE49-F238E27FC236}">
                <a16:creationId xmlns:a16="http://schemas.microsoft.com/office/drawing/2014/main" id="{DC8589CB-6F40-42B7-E78A-8238BE6DF144}"/>
              </a:ext>
            </a:extLst>
          </p:cNvPr>
          <p:cNvPicPr>
            <a:picLocks noChangeAspect="1"/>
          </p:cNvPicPr>
          <p:nvPr/>
        </p:nvPicPr>
        <p:blipFill>
          <a:blip r:embed="rId2"/>
          <a:stretch>
            <a:fillRect/>
          </a:stretch>
        </p:blipFill>
        <p:spPr>
          <a:xfrm>
            <a:off x="6685740" y="1196788"/>
            <a:ext cx="5176662" cy="2786574"/>
          </a:xfrm>
          <a:prstGeom prst="rect">
            <a:avLst/>
          </a:prstGeom>
        </p:spPr>
      </p:pic>
      <p:sp>
        <p:nvSpPr>
          <p:cNvPr id="5" name="Title 1">
            <a:extLst>
              <a:ext uri="{FF2B5EF4-FFF2-40B4-BE49-F238E27FC236}">
                <a16:creationId xmlns:a16="http://schemas.microsoft.com/office/drawing/2014/main" id="{6EE1309E-1939-7FAA-CFCD-615FF6FDACB6}"/>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3D755F80-F97C-072A-4863-290A94912766}"/>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105109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230B-7014-3EF8-445C-69B80C0E0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85D3A-D2EC-979B-23AE-8C75E7FEA6C9}"/>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A99E4A6E-3201-1448-9B5E-D32D213DF179}"/>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81F100DF-A021-1CDE-12AA-99E2DB5F751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19A604AA-1759-57E4-D114-F21541E1A653}"/>
              </a:ext>
            </a:extLst>
          </p:cNvPr>
          <p:cNvSpPr>
            <a:spLocks noGrp="1"/>
          </p:cNvSpPr>
          <p:nvPr>
            <p:ph type="sldNum" sz="quarter" idx="12"/>
          </p:nvPr>
        </p:nvSpPr>
        <p:spPr/>
        <p:txBody>
          <a:bodyPr/>
          <a:lstStyle/>
          <a:p>
            <a:fld id="{148CC95F-0247-41B6-91CF-DC97C76A7088}" type="slidenum">
              <a:rPr lang="en-US" smtClean="0"/>
              <a:t>25</a:t>
            </a:fld>
            <a:endParaRPr lang="en-US"/>
          </a:p>
        </p:txBody>
      </p:sp>
      <p:graphicFrame>
        <p:nvGraphicFramePr>
          <p:cNvPr id="3" name="Table 2">
            <a:extLst>
              <a:ext uri="{FF2B5EF4-FFF2-40B4-BE49-F238E27FC236}">
                <a16:creationId xmlns:a16="http://schemas.microsoft.com/office/drawing/2014/main" id="{548B2967-3652-CD5C-7F41-F622D3FF59C6}"/>
              </a:ext>
            </a:extLst>
          </p:cNvPr>
          <p:cNvGraphicFramePr>
            <a:graphicFrameLocks noGrp="1"/>
          </p:cNvGraphicFramePr>
          <p:nvPr>
            <p:extLst>
              <p:ext uri="{D42A27DB-BD31-4B8C-83A1-F6EECF244321}">
                <p14:modId xmlns:p14="http://schemas.microsoft.com/office/powerpoint/2010/main" val="2207439457"/>
              </p:ext>
            </p:extLst>
          </p:nvPr>
        </p:nvGraphicFramePr>
        <p:xfrm>
          <a:off x="515112" y="3533013"/>
          <a:ext cx="11347290" cy="288607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Key Signals</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fontAlgn="t">
                        <a:lnSpc>
                          <a:spcPts val="1500"/>
                        </a:lnSpc>
                        <a:buNone/>
                      </a:pPr>
                      <a:r>
                        <a:rPr lang="en-US" sz="1400" b="0">
                          <a:effectLst/>
                        </a:rPr>
                        <a:t>HTRANS = NONSEQ, HADDR = 0x20, HWRITE = 1, HBURST = INCR, HSIZE = Halfword</a:t>
                      </a:r>
                      <a:endParaRPr lang="en-US" sz="1400" b="0" i="0">
                        <a:effectLst/>
                        <a:latin typeface="+mj-lt"/>
                      </a:endParaRPr>
                    </a:p>
                  </a:txBody>
                  <a:tcPr/>
                </a:tc>
                <a:tc>
                  <a:txBody>
                    <a:bodyPr/>
                    <a:lstStyle/>
                    <a:p>
                      <a:pPr algn="just" fontAlgn="t">
                        <a:lnSpc>
                          <a:spcPts val="1500"/>
                        </a:lnSpc>
                        <a:buNone/>
                      </a:pPr>
                      <a:r>
                        <a:rPr lang="en-US" sz="1400" b="0">
                          <a:effectLst/>
                        </a:rPr>
                        <a:t>Address phase of first write transfer. Master issues NONSEQ write at address 0x20, starting an undefined‑length INCR burst (HBURST = INCR).</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fontAlgn="t">
                        <a:lnSpc>
                          <a:spcPts val="1500"/>
                        </a:lnSpc>
                        <a:buNone/>
                      </a:pPr>
                      <a:r>
                        <a:rPr lang="nn-NO" sz="1400" b="0">
                          <a:effectLst/>
                        </a:rPr>
                        <a:t>HWDATA = Data(0x20), HADDR = 0x22, HTRANS = SEQ</a:t>
                      </a:r>
                      <a:endParaRPr lang="en-US" sz="1400" b="0" i="0">
                        <a:effectLst/>
                        <a:latin typeface="+mj-lt"/>
                      </a:endParaRPr>
                    </a:p>
                  </a:txBody>
                  <a:tcPr/>
                </a:tc>
                <a:tc>
                  <a:txBody>
                    <a:bodyPr/>
                    <a:lstStyle/>
                    <a:p>
                      <a:pPr algn="just" fontAlgn="t">
                        <a:lnSpc>
                          <a:spcPts val="1500"/>
                        </a:lnSpc>
                        <a:buNone/>
                      </a:pPr>
                      <a:r>
                        <a:rPr lang="en-US" sz="1400" b="0">
                          <a:effectLst/>
                        </a:rPr>
                        <a:t>Data phase of write @0x20. Master drives Data(0x20). At the same time, address phase of next beat @0x22 begins.</a:t>
                      </a:r>
                      <a:endParaRPr lang="en-US" sz="1400" b="0" i="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fontAlgn="t">
                        <a:lnSpc>
                          <a:spcPts val="1500"/>
                        </a:lnSpc>
                        <a:buNone/>
                      </a:pPr>
                      <a:r>
                        <a:rPr lang="en-US" sz="1400" b="0">
                          <a:effectLst/>
                        </a:rPr>
                        <a:t>HTRANS = NONSEQ, HADDR = 0x5C, HWRITE = 0, HBURST = INCR (new burst)</a:t>
                      </a:r>
                      <a:endParaRPr lang="en-US" sz="1400" b="0" i="0">
                        <a:effectLst/>
                        <a:latin typeface="+mj-lt"/>
                      </a:endParaRPr>
                    </a:p>
                  </a:txBody>
                  <a:tcPr/>
                </a:tc>
                <a:tc>
                  <a:txBody>
                    <a:bodyPr/>
                    <a:lstStyle/>
                    <a:p>
                      <a:pPr algn="just" fontAlgn="t">
                        <a:lnSpc>
                          <a:spcPts val="1500"/>
                        </a:lnSpc>
                        <a:buNone/>
                      </a:pPr>
                      <a:r>
                        <a:rPr lang="en-US" sz="1400" b="0">
                          <a:effectLst/>
                        </a:rPr>
                        <a:t>Address phase of a new NONSEQ transfer (read). Because the burst is undefined length, the master is free to start a new NONSEQ. Address = 0x5C.</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fontAlgn="t">
                        <a:lnSpc>
                          <a:spcPts val="1500"/>
                        </a:lnSpc>
                        <a:buNone/>
                      </a:pPr>
                      <a:r>
                        <a:rPr lang="nn-NO" sz="1400" b="0">
                          <a:effectLst/>
                        </a:rPr>
                        <a:t>HRDATA = Data(0x5C), HADDR = 0x60, HTRANS = SEQ</a:t>
                      </a:r>
                      <a:endParaRPr lang="en-US" sz="1400" b="0" i="0">
                        <a:effectLst/>
                        <a:latin typeface="+mj-lt"/>
                      </a:endParaRPr>
                    </a:p>
                  </a:txBody>
                  <a:tcPr/>
                </a:tc>
                <a:tc>
                  <a:txBody>
                    <a:bodyPr/>
                    <a:lstStyle/>
                    <a:p>
                      <a:pPr algn="just" fontAlgn="t">
                        <a:lnSpc>
                          <a:spcPts val="1500"/>
                        </a:lnSpc>
                        <a:buNone/>
                      </a:pPr>
                      <a:r>
                        <a:rPr lang="en-US" sz="1400" b="0">
                          <a:effectLst/>
                        </a:rPr>
                        <a:t>Data phase of read @0x5C. Slave returns Data(0x5C). Master issues address phase of next beat: 0x60.</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fontAlgn="t">
                        <a:lnSpc>
                          <a:spcPts val="1500"/>
                        </a:lnSpc>
                        <a:buNone/>
                      </a:pPr>
                      <a:r>
                        <a:rPr lang="nn-NO" sz="1400" b="0" dirty="0">
                          <a:effectLst/>
                        </a:rPr>
                        <a:t>HRDATA = Data(0x60), HADDR = 0x64, HTRANS = SEQ</a:t>
                      </a:r>
                      <a:endParaRPr lang="en-US" sz="1400" b="0" i="0" dirty="0">
                        <a:effectLst/>
                        <a:latin typeface="+mj-lt"/>
                      </a:endParaRPr>
                    </a:p>
                  </a:txBody>
                  <a:tcPr/>
                </a:tc>
                <a:tc>
                  <a:txBody>
                    <a:bodyPr/>
                    <a:lstStyle/>
                    <a:p>
                      <a:pPr algn="just" fontAlgn="t">
                        <a:lnSpc>
                          <a:spcPts val="1500"/>
                        </a:lnSpc>
                        <a:buNone/>
                      </a:pPr>
                      <a:r>
                        <a:rPr lang="en-US" sz="1400" b="0" dirty="0">
                          <a:effectLst/>
                        </a:rPr>
                        <a:t>Data phase of beat @0x60. Master issues address phase of next beat: 0x64.</a:t>
                      </a:r>
                      <a:endParaRPr lang="en-US" sz="1400" b="0" i="0" dirty="0">
                        <a:effectLst/>
                        <a:latin typeface="+mj-lt"/>
                      </a:endParaRPr>
                    </a:p>
                  </a:txBody>
                  <a:tcPr/>
                </a:tc>
                <a:extLst>
                  <a:ext uri="{0D108BD9-81ED-4DB2-BD59-A6C34878D82A}">
                    <a16:rowId xmlns:a16="http://schemas.microsoft.com/office/drawing/2014/main" val="3584289242"/>
                  </a:ext>
                </a:extLst>
              </a:tr>
            </a:tbl>
          </a:graphicData>
        </a:graphic>
      </p:graphicFrame>
      <p:pic>
        <p:nvPicPr>
          <p:cNvPr id="4" name="Picture 3">
            <a:extLst>
              <a:ext uri="{FF2B5EF4-FFF2-40B4-BE49-F238E27FC236}">
                <a16:creationId xmlns:a16="http://schemas.microsoft.com/office/drawing/2014/main" id="{C8C41104-DAB6-9C82-F998-95276AE0418D}"/>
              </a:ext>
            </a:extLst>
          </p:cNvPr>
          <p:cNvPicPr>
            <a:picLocks noChangeAspect="1"/>
          </p:cNvPicPr>
          <p:nvPr/>
        </p:nvPicPr>
        <p:blipFill>
          <a:blip r:embed="rId2"/>
          <a:stretch>
            <a:fillRect/>
          </a:stretch>
        </p:blipFill>
        <p:spPr>
          <a:xfrm>
            <a:off x="7110433" y="826542"/>
            <a:ext cx="4560359" cy="2602458"/>
          </a:xfrm>
          <a:prstGeom prst="rect">
            <a:avLst/>
          </a:prstGeom>
        </p:spPr>
      </p:pic>
      <p:sp>
        <p:nvSpPr>
          <p:cNvPr id="5" name="Title 1">
            <a:extLst>
              <a:ext uri="{FF2B5EF4-FFF2-40B4-BE49-F238E27FC236}">
                <a16:creationId xmlns:a16="http://schemas.microsoft.com/office/drawing/2014/main" id="{9B894CAF-85F8-EE80-526A-C68BBBE18936}"/>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F5001D4F-4082-8A37-A0BF-08E37D7E606B}"/>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1011518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5EA1-4EBF-AA96-F27F-1BFF216DB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BC795-7578-A87D-CD95-08ADBCD6742B}"/>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612859FC-EE61-6E5A-6F16-49D55699D4CD}"/>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A29E43A5-9ECC-0F33-DFD8-C965D5A86D82}"/>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8804B8F-5C64-F838-9258-FA7C190DF89E}"/>
              </a:ext>
            </a:extLst>
          </p:cNvPr>
          <p:cNvSpPr>
            <a:spLocks noGrp="1"/>
          </p:cNvSpPr>
          <p:nvPr>
            <p:ph type="sldNum" sz="quarter" idx="12"/>
          </p:nvPr>
        </p:nvSpPr>
        <p:spPr/>
        <p:txBody>
          <a:bodyPr/>
          <a:lstStyle/>
          <a:p>
            <a:fld id="{148CC95F-0247-41B6-91CF-DC97C76A7088}" type="slidenum">
              <a:rPr lang="en-US" smtClean="0"/>
              <a:t>26</a:t>
            </a:fld>
            <a:endParaRPr lang="en-US"/>
          </a:p>
        </p:txBody>
      </p:sp>
      <p:graphicFrame>
        <p:nvGraphicFramePr>
          <p:cNvPr id="3" name="Table 2">
            <a:extLst>
              <a:ext uri="{FF2B5EF4-FFF2-40B4-BE49-F238E27FC236}">
                <a16:creationId xmlns:a16="http://schemas.microsoft.com/office/drawing/2014/main" id="{BB55285D-CC1B-3786-5EC9-EA375AF449E2}"/>
              </a:ext>
            </a:extLst>
          </p:cNvPr>
          <p:cNvGraphicFramePr>
            <a:graphicFrameLocks noGrp="1"/>
          </p:cNvGraphicFramePr>
          <p:nvPr>
            <p:extLst>
              <p:ext uri="{D42A27DB-BD31-4B8C-83A1-F6EECF244321}">
                <p14:modId xmlns:p14="http://schemas.microsoft.com/office/powerpoint/2010/main" val="1432220739"/>
              </p:ext>
            </p:extLst>
          </p:nvPr>
        </p:nvGraphicFramePr>
        <p:xfrm>
          <a:off x="515112" y="4293784"/>
          <a:ext cx="11347290" cy="1087755"/>
        </p:xfrm>
        <a:graphic>
          <a:graphicData uri="http://schemas.openxmlformats.org/drawingml/2006/table">
            <a:tbl>
              <a:tblPr firstRow="1" bandRow="1">
                <a:tableStyleId>{073A0DAA-6AF3-43AB-8588-CEC1D06C72B9}</a:tableStyleId>
              </a:tblPr>
              <a:tblGrid>
                <a:gridCol w="1707864">
                  <a:extLst>
                    <a:ext uri="{9D8B030D-6E8A-4147-A177-3AD203B41FA5}">
                      <a16:colId xmlns:a16="http://schemas.microsoft.com/office/drawing/2014/main" val="937800916"/>
                    </a:ext>
                  </a:extLst>
                </a:gridCol>
                <a:gridCol w="3311352">
                  <a:extLst>
                    <a:ext uri="{9D8B030D-6E8A-4147-A177-3AD203B41FA5}">
                      <a16:colId xmlns:a16="http://schemas.microsoft.com/office/drawing/2014/main" val="2927029367"/>
                    </a:ext>
                  </a:extLst>
                </a:gridCol>
                <a:gridCol w="6328074">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dirty="0"/>
                        <a:t>Key Signals</a:t>
                      </a:r>
                      <a:endParaRPr lang="en-US" sz="1400" dirty="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T5-T6</a:t>
                      </a:r>
                      <a:endParaRPr lang="en-US" sz="1400">
                        <a:latin typeface="+mj-lt"/>
                      </a:endParaRPr>
                    </a:p>
                  </a:txBody>
                  <a:tcPr/>
                </a:tc>
                <a:tc>
                  <a:txBody>
                    <a:bodyPr/>
                    <a:lstStyle/>
                    <a:p>
                      <a:pPr fontAlgn="t">
                        <a:lnSpc>
                          <a:spcPts val="1500"/>
                        </a:lnSpc>
                        <a:buNone/>
                      </a:pPr>
                      <a:r>
                        <a:rPr lang="it-IT" sz="1400" b="0">
                          <a:effectLst/>
                        </a:rPr>
                        <a:t>HRDATA = Data(0x64), HREADY = 1</a:t>
                      </a:r>
                      <a:endParaRPr lang="en-US" sz="1400" b="0" i="0">
                        <a:effectLst/>
                        <a:latin typeface="+mj-lt"/>
                      </a:endParaRPr>
                    </a:p>
                  </a:txBody>
                  <a:tcPr/>
                </a:tc>
                <a:tc>
                  <a:txBody>
                    <a:bodyPr/>
                    <a:lstStyle/>
                    <a:p>
                      <a:pPr algn="just" fontAlgn="t">
                        <a:lnSpc>
                          <a:spcPts val="1500"/>
                        </a:lnSpc>
                        <a:buNone/>
                      </a:pPr>
                      <a:r>
                        <a:rPr lang="en-US" sz="1400" b="0">
                          <a:effectLst/>
                        </a:rPr>
                        <a:t>Data phase of beat @0x64. Next SEQ transfer still valid.</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T6-T7</a:t>
                      </a:r>
                      <a:endParaRPr lang="en-US" sz="1400">
                        <a:latin typeface="+mj-lt"/>
                      </a:endParaRPr>
                    </a:p>
                  </a:txBody>
                  <a:tcPr/>
                </a:tc>
                <a:tc>
                  <a:txBody>
                    <a:bodyPr/>
                    <a:lstStyle/>
                    <a:p>
                      <a:pPr fontAlgn="t">
                        <a:lnSpc>
                          <a:spcPts val="1500"/>
                        </a:lnSpc>
                        <a:buNone/>
                      </a:pPr>
                      <a:r>
                        <a:rPr lang="en-US" sz="1400" b="0">
                          <a:effectLst/>
                        </a:rPr>
                        <a:t>HTRANS depends on next transfer</a:t>
                      </a:r>
                      <a:endParaRPr lang="en-US" sz="1400" b="0" i="0">
                        <a:effectLst/>
                        <a:latin typeface="+mj-lt"/>
                      </a:endParaRPr>
                    </a:p>
                  </a:txBody>
                  <a:tcPr/>
                </a:tc>
                <a:tc>
                  <a:txBody>
                    <a:bodyPr/>
                    <a:lstStyle/>
                    <a:p>
                      <a:pPr algn="just" fontAlgn="t">
                        <a:lnSpc>
                          <a:spcPts val="1500"/>
                        </a:lnSpc>
                        <a:buNone/>
                      </a:pPr>
                      <a:r>
                        <a:rPr lang="en-US" sz="1400" b="0" dirty="0">
                          <a:effectLst/>
                        </a:rPr>
                        <a:t>Burst may continue as INCR (undefined length) or master may terminate by issuing IDLE/BUSY/NONSEQ.</a:t>
                      </a:r>
                      <a:endParaRPr lang="en-US" sz="1400" b="0" i="0" dirty="0">
                        <a:effectLst/>
                        <a:latin typeface="+mj-lt"/>
                      </a:endParaRPr>
                    </a:p>
                  </a:txBody>
                  <a:tcPr/>
                </a:tc>
                <a:extLst>
                  <a:ext uri="{0D108BD9-81ED-4DB2-BD59-A6C34878D82A}">
                    <a16:rowId xmlns:a16="http://schemas.microsoft.com/office/drawing/2014/main" val="4086146668"/>
                  </a:ext>
                </a:extLst>
              </a:tr>
            </a:tbl>
          </a:graphicData>
        </a:graphic>
      </p:graphicFrame>
      <p:pic>
        <p:nvPicPr>
          <p:cNvPr id="4" name="Picture 3">
            <a:extLst>
              <a:ext uri="{FF2B5EF4-FFF2-40B4-BE49-F238E27FC236}">
                <a16:creationId xmlns:a16="http://schemas.microsoft.com/office/drawing/2014/main" id="{63B80DEC-CADE-6EF3-53FC-F297E1F95B69}"/>
              </a:ext>
            </a:extLst>
          </p:cNvPr>
          <p:cNvPicPr>
            <a:picLocks noChangeAspect="1"/>
          </p:cNvPicPr>
          <p:nvPr/>
        </p:nvPicPr>
        <p:blipFill>
          <a:blip r:embed="rId2"/>
          <a:stretch>
            <a:fillRect/>
          </a:stretch>
        </p:blipFill>
        <p:spPr>
          <a:xfrm>
            <a:off x="6834688" y="1152543"/>
            <a:ext cx="5027714" cy="2869163"/>
          </a:xfrm>
          <a:prstGeom prst="rect">
            <a:avLst/>
          </a:prstGeom>
        </p:spPr>
      </p:pic>
      <p:sp>
        <p:nvSpPr>
          <p:cNvPr id="5" name="Title 1">
            <a:extLst>
              <a:ext uri="{FF2B5EF4-FFF2-40B4-BE49-F238E27FC236}">
                <a16:creationId xmlns:a16="http://schemas.microsoft.com/office/drawing/2014/main" id="{6EB8B044-BB4C-70B9-DE3C-507F0CFA8888}"/>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1.5. Burst operation</a:t>
            </a:r>
            <a:endParaRPr lang="en-US" sz="2600" b="1" dirty="0"/>
          </a:p>
        </p:txBody>
      </p:sp>
      <p:sp>
        <p:nvSpPr>
          <p:cNvPr id="6" name="Title 1">
            <a:extLst>
              <a:ext uri="{FF2B5EF4-FFF2-40B4-BE49-F238E27FC236}">
                <a16:creationId xmlns:a16="http://schemas.microsoft.com/office/drawing/2014/main" id="{23488C3E-FDDB-C070-F76F-E42814B6ABE4}"/>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1.5.2. Burst example</a:t>
            </a:r>
            <a:endParaRPr lang="en-US" sz="2200" b="1" dirty="0"/>
          </a:p>
        </p:txBody>
      </p:sp>
    </p:spTree>
    <p:extLst>
      <p:ext uri="{BB962C8B-B14F-4D97-AF65-F5344CB8AC3E}">
        <p14:creationId xmlns:p14="http://schemas.microsoft.com/office/powerpoint/2010/main" val="3507658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E5CDF-4484-0B63-67D4-696C51B8D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B0C05-62F1-1CCE-2864-09F222A6C53E}"/>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4D6C4E22-89AF-BE50-EB8D-74FB08D875C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1C86A44-2AFA-8705-2001-CF25EC52852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6CC30A4-EEF5-62D7-6DF2-2697980EDAB8}"/>
              </a:ext>
            </a:extLst>
          </p:cNvPr>
          <p:cNvSpPr>
            <a:spLocks noGrp="1"/>
          </p:cNvSpPr>
          <p:nvPr>
            <p:ph type="sldNum" sz="quarter" idx="12"/>
          </p:nvPr>
        </p:nvSpPr>
        <p:spPr/>
        <p:txBody>
          <a:bodyPr/>
          <a:lstStyle/>
          <a:p>
            <a:fld id="{148CC95F-0247-41B6-91CF-DC97C76A7088}" type="slidenum">
              <a:rPr lang="en-US" smtClean="0"/>
              <a:t>27</a:t>
            </a:fld>
            <a:endParaRPr lang="en-US"/>
          </a:p>
        </p:txBody>
      </p:sp>
      <p:sp>
        <p:nvSpPr>
          <p:cNvPr id="3" name="TextBox 2">
            <a:extLst>
              <a:ext uri="{FF2B5EF4-FFF2-40B4-BE49-F238E27FC236}">
                <a16:creationId xmlns:a16="http://schemas.microsoft.com/office/drawing/2014/main" id="{42DF508F-8FEE-7E20-1ADC-2C7E336BC1AD}"/>
              </a:ext>
            </a:extLst>
          </p:cNvPr>
          <p:cNvSpPr txBox="1"/>
          <p:nvPr/>
        </p:nvSpPr>
        <p:spPr>
          <a:xfrm>
            <a:off x="533400" y="2432021"/>
            <a:ext cx="11125202" cy="923330"/>
          </a:xfrm>
          <a:prstGeom prst="rect">
            <a:avLst/>
          </a:prstGeom>
          <a:noFill/>
        </p:spPr>
        <p:txBody>
          <a:bodyPr wrap="square">
            <a:spAutoFit/>
          </a:bodyPr>
          <a:lstStyle/>
          <a:p>
            <a:pPr algn="just"/>
            <a:r>
              <a:rPr lang="en-US"/>
              <a:t>Subordinates use </a:t>
            </a:r>
            <a:r>
              <a:rPr lang="en-US" b="1"/>
              <a:t>HREADY</a:t>
            </a:r>
            <a:r>
              <a:rPr lang="vi-VN"/>
              <a:t> </a:t>
            </a:r>
            <a:r>
              <a:rPr lang="en-US"/>
              <a:t>to insert wait states if they require more time to provide or sample the data. </a:t>
            </a:r>
          </a:p>
          <a:p>
            <a:pPr algn="just"/>
            <a:r>
              <a:rPr lang="en-US"/>
              <a:t>During a waited transfer, the Manager is restricted to what changes it can make to the transfer type and address.</a:t>
            </a:r>
          </a:p>
        </p:txBody>
      </p:sp>
      <p:sp>
        <p:nvSpPr>
          <p:cNvPr id="4" name="TextBox 3">
            <a:extLst>
              <a:ext uri="{FF2B5EF4-FFF2-40B4-BE49-F238E27FC236}">
                <a16:creationId xmlns:a16="http://schemas.microsoft.com/office/drawing/2014/main" id="{0C8C4B65-1419-BA54-F50A-ADCEF1C98F7B}"/>
              </a:ext>
            </a:extLst>
          </p:cNvPr>
          <p:cNvSpPr txBox="1"/>
          <p:nvPr/>
        </p:nvSpPr>
        <p:spPr>
          <a:xfrm>
            <a:off x="533400" y="3795802"/>
            <a:ext cx="11125202" cy="923330"/>
          </a:xfrm>
          <a:prstGeom prst="rect">
            <a:avLst/>
          </a:prstGeom>
          <a:noFill/>
        </p:spPr>
        <p:txBody>
          <a:bodyPr wrap="square">
            <a:spAutoFit/>
          </a:bodyPr>
          <a:lstStyle/>
          <a:p>
            <a:r>
              <a:rPr lang="en-US"/>
              <a:t>These restrictions are described in the following sections:</a:t>
            </a:r>
            <a:endParaRPr lang="vi-VN"/>
          </a:p>
          <a:p>
            <a:pPr marL="285750" indent="-285750">
              <a:buFont typeface="Arial" panose="020B0604020202020204" pitchFamily="34" charset="0"/>
              <a:buChar char="•"/>
            </a:pPr>
            <a:r>
              <a:rPr lang="en-US" b="1" i="1"/>
              <a:t>Transfer type changes during wait states </a:t>
            </a:r>
            <a:endParaRPr lang="vi-VN" b="1" i="1"/>
          </a:p>
          <a:p>
            <a:pPr marL="285750" indent="-285750">
              <a:buFont typeface="Arial" panose="020B0604020202020204" pitchFamily="34" charset="0"/>
              <a:buChar char="•"/>
            </a:pPr>
            <a:r>
              <a:rPr lang="en-US" b="1" i="1"/>
              <a:t>Address changes during wait states </a:t>
            </a:r>
          </a:p>
        </p:txBody>
      </p:sp>
      <p:sp>
        <p:nvSpPr>
          <p:cNvPr id="5" name="Title 1">
            <a:extLst>
              <a:ext uri="{FF2B5EF4-FFF2-40B4-BE49-F238E27FC236}">
                <a16:creationId xmlns:a16="http://schemas.microsoft.com/office/drawing/2014/main" id="{E14D3291-16C3-4354-C8C5-264E95E1DC99}"/>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Tree>
    <p:extLst>
      <p:ext uri="{BB962C8B-B14F-4D97-AF65-F5344CB8AC3E}">
        <p14:creationId xmlns:p14="http://schemas.microsoft.com/office/powerpoint/2010/main" val="3749826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9F9C4-65BD-FEBE-8AA8-3539EF516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1387B6-862A-AB85-1F59-C76BD1988D0C}"/>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8764F27A-0429-C235-E3BE-93E6E1E81783}"/>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5C5B861F-782D-4DE8-7EEB-4B1218C090A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13FEBEB-1F04-D832-410D-2393211E3BBB}"/>
              </a:ext>
            </a:extLst>
          </p:cNvPr>
          <p:cNvSpPr>
            <a:spLocks noGrp="1"/>
          </p:cNvSpPr>
          <p:nvPr>
            <p:ph type="sldNum" sz="quarter" idx="12"/>
          </p:nvPr>
        </p:nvSpPr>
        <p:spPr/>
        <p:txBody>
          <a:bodyPr/>
          <a:lstStyle/>
          <a:p>
            <a:fld id="{148CC95F-0247-41B6-91CF-DC97C76A7088}" type="slidenum">
              <a:rPr lang="en-US" smtClean="0"/>
              <a:t>28</a:t>
            </a:fld>
            <a:endParaRPr lang="en-US"/>
          </a:p>
        </p:txBody>
      </p:sp>
      <p:sp>
        <p:nvSpPr>
          <p:cNvPr id="3" name="Title 1">
            <a:extLst>
              <a:ext uri="{FF2B5EF4-FFF2-40B4-BE49-F238E27FC236}">
                <a16:creationId xmlns:a16="http://schemas.microsoft.com/office/drawing/2014/main" id="{79CD3534-9EC9-616C-DC63-3D35CF47EFEE}"/>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
        <p:nvSpPr>
          <p:cNvPr id="4" name="TextBox 3">
            <a:extLst>
              <a:ext uri="{FF2B5EF4-FFF2-40B4-BE49-F238E27FC236}">
                <a16:creationId xmlns:a16="http://schemas.microsoft.com/office/drawing/2014/main" id="{C0AF3162-7025-5561-ADFB-B785744843CB}"/>
              </a:ext>
            </a:extLst>
          </p:cNvPr>
          <p:cNvSpPr txBox="1"/>
          <p:nvPr/>
        </p:nvSpPr>
        <p:spPr>
          <a:xfrm>
            <a:off x="533400" y="2789649"/>
            <a:ext cx="11125202" cy="1754326"/>
          </a:xfrm>
          <a:prstGeom prst="rect">
            <a:avLst/>
          </a:prstGeom>
          <a:noFill/>
        </p:spPr>
        <p:txBody>
          <a:bodyPr wrap="square">
            <a:spAutoFit/>
          </a:bodyPr>
          <a:lstStyle/>
          <a:p>
            <a:r>
              <a:rPr lang="en-US"/>
              <a:t>When the Subordinate is requesting wait states, the Manager must not change the transfer type, except as described </a:t>
            </a:r>
          </a:p>
          <a:p>
            <a:r>
              <a:rPr lang="en-US"/>
              <a:t>in:</a:t>
            </a:r>
          </a:p>
          <a:p>
            <a:pPr marL="285750" indent="-285750">
              <a:buFont typeface="Arial" panose="020B0604020202020204" pitchFamily="34" charset="0"/>
              <a:buChar char="•"/>
            </a:pPr>
            <a:r>
              <a:rPr lang="en-US"/>
              <a:t>IDLE transfer</a:t>
            </a:r>
          </a:p>
          <a:p>
            <a:pPr marL="285750" indent="-285750">
              <a:buFont typeface="Arial" panose="020B0604020202020204" pitchFamily="34" charset="0"/>
              <a:buChar char="•"/>
            </a:pPr>
            <a:r>
              <a:rPr lang="en-US"/>
              <a:t>BUSY transfer, fixed-length burst </a:t>
            </a:r>
            <a:endParaRPr lang="vi-VN"/>
          </a:p>
          <a:p>
            <a:pPr marL="285750" indent="-285750">
              <a:buFont typeface="Arial" panose="020B0604020202020204" pitchFamily="34" charset="0"/>
              <a:buChar char="•"/>
            </a:pPr>
            <a:r>
              <a:rPr lang="en-US"/>
              <a:t>BUSY transfer, undefined length burst</a:t>
            </a:r>
          </a:p>
        </p:txBody>
      </p:sp>
      <p:sp>
        <p:nvSpPr>
          <p:cNvPr id="5" name="Title 1">
            <a:extLst>
              <a:ext uri="{FF2B5EF4-FFF2-40B4-BE49-F238E27FC236}">
                <a16:creationId xmlns:a16="http://schemas.microsoft.com/office/drawing/2014/main" id="{92304685-C184-1F7F-D165-8925D5350CED}"/>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1.6.1. Transfer type changes during wait states</a:t>
            </a:r>
            <a:endParaRPr lang="en-US" sz="2200" b="1" dirty="0"/>
          </a:p>
        </p:txBody>
      </p:sp>
    </p:spTree>
    <p:extLst>
      <p:ext uri="{BB962C8B-B14F-4D97-AF65-F5344CB8AC3E}">
        <p14:creationId xmlns:p14="http://schemas.microsoft.com/office/powerpoint/2010/main" val="222393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EB63-7FF8-312F-DA20-299CD61F0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CAA6B-6EF5-FA46-6F2D-6632EB8479C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D99D88C0-E57A-E879-C505-D2B620D69246}"/>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350BD9B-69A0-B4D2-96E0-31B4ADA8B1F8}"/>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C256C71-C649-AE86-4773-AED5B76D670B}"/>
              </a:ext>
            </a:extLst>
          </p:cNvPr>
          <p:cNvSpPr>
            <a:spLocks noGrp="1"/>
          </p:cNvSpPr>
          <p:nvPr>
            <p:ph type="sldNum" sz="quarter" idx="12"/>
          </p:nvPr>
        </p:nvSpPr>
        <p:spPr/>
        <p:txBody>
          <a:bodyPr/>
          <a:lstStyle/>
          <a:p>
            <a:fld id="{148CC95F-0247-41B6-91CF-DC97C76A7088}" type="slidenum">
              <a:rPr lang="en-US" smtClean="0"/>
              <a:t>29</a:t>
            </a:fld>
            <a:endParaRPr lang="en-US"/>
          </a:p>
        </p:txBody>
      </p:sp>
      <p:sp>
        <p:nvSpPr>
          <p:cNvPr id="3" name="Title 1">
            <a:extLst>
              <a:ext uri="{FF2B5EF4-FFF2-40B4-BE49-F238E27FC236}">
                <a16:creationId xmlns:a16="http://schemas.microsoft.com/office/drawing/2014/main" id="{24D91CCC-83D8-F4A8-E829-420057A4E0CA}"/>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pic>
        <p:nvPicPr>
          <p:cNvPr id="4" name="Picture 3">
            <a:extLst>
              <a:ext uri="{FF2B5EF4-FFF2-40B4-BE49-F238E27FC236}">
                <a16:creationId xmlns:a16="http://schemas.microsoft.com/office/drawing/2014/main" id="{186510A8-1667-E112-6774-ECC0805C9684}"/>
              </a:ext>
            </a:extLst>
          </p:cNvPr>
          <p:cNvPicPr>
            <a:picLocks noChangeAspect="1"/>
          </p:cNvPicPr>
          <p:nvPr/>
        </p:nvPicPr>
        <p:blipFill>
          <a:blip r:embed="rId2"/>
          <a:stretch>
            <a:fillRect/>
          </a:stretch>
        </p:blipFill>
        <p:spPr>
          <a:xfrm>
            <a:off x="6395821" y="2396215"/>
            <a:ext cx="5735795" cy="2065569"/>
          </a:xfrm>
          <a:prstGeom prst="rect">
            <a:avLst/>
          </a:prstGeom>
        </p:spPr>
      </p:pic>
      <p:graphicFrame>
        <p:nvGraphicFramePr>
          <p:cNvPr id="5" name="Table 4">
            <a:extLst>
              <a:ext uri="{FF2B5EF4-FFF2-40B4-BE49-F238E27FC236}">
                <a16:creationId xmlns:a16="http://schemas.microsoft.com/office/drawing/2014/main" id="{8347362C-9F50-0E41-2ACD-FA64812E6B7B}"/>
              </a:ext>
            </a:extLst>
          </p:cNvPr>
          <p:cNvGraphicFramePr>
            <a:graphicFrameLocks noGrp="1"/>
          </p:cNvGraphicFramePr>
          <p:nvPr>
            <p:extLst>
              <p:ext uri="{D42A27DB-BD31-4B8C-83A1-F6EECF244321}">
                <p14:modId xmlns:p14="http://schemas.microsoft.com/office/powerpoint/2010/main" val="4124403324"/>
              </p:ext>
            </p:extLst>
          </p:nvPr>
        </p:nvGraphicFramePr>
        <p:xfrm>
          <a:off x="533401" y="2698270"/>
          <a:ext cx="5922805" cy="3305175"/>
        </p:xfrm>
        <a:graphic>
          <a:graphicData uri="http://schemas.openxmlformats.org/drawingml/2006/table">
            <a:tbl>
              <a:tblPr firstRow="1" bandRow="1">
                <a:tableStyleId>{073A0DAA-6AF3-43AB-8588-CEC1D06C72B9}</a:tableStyleId>
              </a:tblPr>
              <a:tblGrid>
                <a:gridCol w="1258763">
                  <a:extLst>
                    <a:ext uri="{9D8B030D-6E8A-4147-A177-3AD203B41FA5}">
                      <a16:colId xmlns:a16="http://schemas.microsoft.com/office/drawing/2014/main" val="937800916"/>
                    </a:ext>
                  </a:extLst>
                </a:gridCol>
                <a:gridCol w="4664042">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algn="just" fontAlgn="t">
                        <a:lnSpc>
                          <a:spcPts val="1500"/>
                        </a:lnSpc>
                        <a:buNone/>
                      </a:pPr>
                      <a:r>
                        <a:rPr lang="en-US" sz="1400" dirty="0"/>
                        <a:t>The Manager initiates a SINGLE burst to address A.</a:t>
                      </a:r>
                      <a:endParaRPr lang="en-US" sz="1400" b="0" i="0" dirty="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T1-T2</a:t>
                      </a:r>
                      <a:endParaRPr lang="en-US" sz="1400">
                        <a:latin typeface="+mj-lt"/>
                      </a:endParaRPr>
                    </a:p>
                  </a:txBody>
                  <a:tcPr/>
                </a:tc>
                <a:tc>
                  <a:txBody>
                    <a:bodyPr/>
                    <a:lstStyle/>
                    <a:p>
                      <a:pPr algn="just" fontAlgn="t">
                        <a:lnSpc>
                          <a:spcPts val="1500"/>
                        </a:lnSpc>
                        <a:buNone/>
                      </a:pPr>
                      <a:r>
                        <a:rPr lang="en-US" sz="1400" dirty="0"/>
                        <a:t>The Manager inserts one IDLE transfer to address Y. The Subordinate inserts a wait state with HREADY= LOW.</a:t>
                      </a:r>
                      <a:endParaRPr lang="en-US" sz="1400" b="0" i="0" dirty="0">
                        <a:effectLst/>
                        <a:latin typeface="+mj-lt"/>
                      </a:endParaRPr>
                    </a:p>
                  </a:txBody>
                  <a:tcPr/>
                </a:tc>
                <a:extLst>
                  <a:ext uri="{0D108BD9-81ED-4DB2-BD59-A6C34878D82A}">
                    <a16:rowId xmlns:a16="http://schemas.microsoft.com/office/drawing/2014/main" val="4086146668"/>
                  </a:ext>
                </a:extLst>
              </a:tr>
              <a:tr h="160481">
                <a:tc>
                  <a:txBody>
                    <a:bodyPr/>
                    <a:lstStyle/>
                    <a:p>
                      <a:r>
                        <a:rPr lang="vi-VN" sz="1400"/>
                        <a:t>T2-T3</a:t>
                      </a:r>
                      <a:endParaRPr lang="en-US" sz="1400">
                        <a:latin typeface="+mj-lt"/>
                      </a:endParaRPr>
                    </a:p>
                  </a:txBody>
                  <a:tcPr/>
                </a:tc>
                <a:tc>
                  <a:txBody>
                    <a:bodyPr/>
                    <a:lstStyle/>
                    <a:p>
                      <a:pPr algn="just" fontAlgn="t">
                        <a:lnSpc>
                          <a:spcPts val="1500"/>
                        </a:lnSpc>
                        <a:buNone/>
                      </a:pPr>
                      <a:r>
                        <a:rPr lang="en-US" sz="1400"/>
                        <a:t>The Manager inserts one IDLE transfer to address Z.</a:t>
                      </a:r>
                      <a:endParaRPr lang="en-US" sz="1400" b="0" i="0">
                        <a:effectLst/>
                        <a:latin typeface="+mj-lt"/>
                      </a:endParaRPr>
                    </a:p>
                  </a:txBody>
                  <a:tcPr/>
                </a:tc>
                <a:extLst>
                  <a:ext uri="{0D108BD9-81ED-4DB2-BD59-A6C34878D82A}">
                    <a16:rowId xmlns:a16="http://schemas.microsoft.com/office/drawing/2014/main" val="2477128536"/>
                  </a:ext>
                </a:extLst>
              </a:tr>
              <a:tr h="140780">
                <a:tc>
                  <a:txBody>
                    <a:bodyPr/>
                    <a:lstStyle/>
                    <a:p>
                      <a:r>
                        <a:rPr lang="vi-VN" sz="1400"/>
                        <a:t>T3-T4</a:t>
                      </a:r>
                      <a:endParaRPr lang="en-US" sz="1400">
                        <a:latin typeface="+mj-lt"/>
                      </a:endParaRPr>
                    </a:p>
                  </a:txBody>
                  <a:tcPr/>
                </a:tc>
                <a:tc>
                  <a:txBody>
                    <a:bodyPr/>
                    <a:lstStyle/>
                    <a:p>
                      <a:pPr algn="just" fontAlgn="t">
                        <a:lnSpc>
                          <a:spcPts val="1500"/>
                        </a:lnSpc>
                        <a:buNone/>
                      </a:pPr>
                      <a:r>
                        <a:rPr lang="en-US" sz="1400"/>
                        <a:t>The Manager changes the transfer type to NONSEQ and initiates an INCR4 transfer to address B.</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algn="just" fontAlgn="t">
                        <a:lnSpc>
                          <a:spcPts val="1500"/>
                        </a:lnSpc>
                        <a:buNone/>
                      </a:pPr>
                      <a:r>
                        <a:rPr lang="en-US" sz="1400"/>
                        <a:t>With HREADY LOW, the Manager must keep HTRANS </a:t>
                      </a:r>
                      <a:r>
                        <a:rPr lang="vi-VN" sz="1400"/>
                        <a:t>constant.</a:t>
                      </a:r>
                      <a:endParaRPr lang="en-US" sz="1400" b="0" i="0">
                        <a:effectLst/>
                        <a:latin typeface="+mj-lt"/>
                      </a:endParaRPr>
                    </a:p>
                  </a:txBody>
                  <a:tcPr/>
                </a:tc>
                <a:extLst>
                  <a:ext uri="{0D108BD9-81ED-4DB2-BD59-A6C34878D82A}">
                    <a16:rowId xmlns:a16="http://schemas.microsoft.com/office/drawing/2014/main" val="3584289242"/>
                  </a:ext>
                </a:extLst>
              </a:tr>
              <a:tr h="140780">
                <a:tc>
                  <a:txBody>
                    <a:bodyPr/>
                    <a:lstStyle/>
                    <a:p>
                      <a:r>
                        <a:rPr lang="vi-VN" sz="1400"/>
                        <a:t>T5-T6</a:t>
                      </a:r>
                      <a:endParaRPr lang="en-US" sz="1400">
                        <a:latin typeface="+mj-lt"/>
                      </a:endParaRPr>
                    </a:p>
                  </a:txBody>
                  <a:tcPr/>
                </a:tc>
                <a:tc>
                  <a:txBody>
                    <a:bodyPr/>
                    <a:lstStyle/>
                    <a:p>
                      <a:pPr algn="just" fontAlgn="t">
                        <a:lnSpc>
                          <a:spcPts val="1500"/>
                        </a:lnSpc>
                        <a:buNone/>
                      </a:pPr>
                      <a:r>
                        <a:rPr lang="en-US" sz="1400"/>
                        <a:t>SINGLE burst to address A completes with HREADY HIGH and the Manager starts the first beat to address B.</a:t>
                      </a:r>
                      <a:endParaRPr lang="en-US" sz="1400" b="0" i="0">
                        <a:effectLst/>
                        <a:latin typeface="+mj-lt"/>
                      </a:endParaRPr>
                    </a:p>
                  </a:txBody>
                  <a:tcPr/>
                </a:tc>
                <a:extLst>
                  <a:ext uri="{0D108BD9-81ED-4DB2-BD59-A6C34878D82A}">
                    <a16:rowId xmlns:a16="http://schemas.microsoft.com/office/drawing/2014/main" val="2670494590"/>
                  </a:ext>
                </a:extLst>
              </a:tr>
              <a:tr h="140780">
                <a:tc>
                  <a:txBody>
                    <a:bodyPr/>
                    <a:lstStyle/>
                    <a:p>
                      <a:r>
                        <a:rPr lang="vi-VN" sz="1400"/>
                        <a:t>T6-T7</a:t>
                      </a:r>
                      <a:endParaRPr lang="en-US" sz="1400">
                        <a:latin typeface="+mj-lt"/>
                      </a:endParaRPr>
                    </a:p>
                  </a:txBody>
                  <a:tcPr/>
                </a:tc>
                <a:tc>
                  <a:txBody>
                    <a:bodyPr/>
                    <a:lstStyle/>
                    <a:p>
                      <a:pPr algn="just" fontAlgn="t">
                        <a:lnSpc>
                          <a:spcPts val="1500"/>
                        </a:lnSpc>
                        <a:buNone/>
                      </a:pPr>
                      <a:r>
                        <a:rPr lang="en-US" sz="1400" dirty="0"/>
                        <a:t>First beat of the INCR4 transfer to address B completes and the Manager starts the next beat to address B+</a:t>
                      </a:r>
                      <a:r>
                        <a:rPr lang="vi-VN" sz="1400" dirty="0"/>
                        <a:t>4.</a:t>
                      </a:r>
                      <a:endParaRPr lang="en-US" sz="1400" b="0" i="0" dirty="0">
                        <a:effectLst/>
                        <a:latin typeface="+mj-lt"/>
                      </a:endParaRPr>
                    </a:p>
                  </a:txBody>
                  <a:tcPr/>
                </a:tc>
                <a:extLst>
                  <a:ext uri="{0D108BD9-81ED-4DB2-BD59-A6C34878D82A}">
                    <a16:rowId xmlns:a16="http://schemas.microsoft.com/office/drawing/2014/main" val="2984094128"/>
                  </a:ext>
                </a:extLst>
              </a:tr>
            </a:tbl>
          </a:graphicData>
        </a:graphic>
      </p:graphicFrame>
      <p:sp>
        <p:nvSpPr>
          <p:cNvPr id="6" name="TextBox 5">
            <a:extLst>
              <a:ext uri="{FF2B5EF4-FFF2-40B4-BE49-F238E27FC236}">
                <a16:creationId xmlns:a16="http://schemas.microsoft.com/office/drawing/2014/main" id="{60C7961E-4DE0-B03B-2059-8F66CD9C9195}"/>
              </a:ext>
            </a:extLst>
          </p:cNvPr>
          <p:cNvSpPr txBox="1"/>
          <p:nvPr/>
        </p:nvSpPr>
        <p:spPr>
          <a:xfrm>
            <a:off x="6456206" y="4536124"/>
            <a:ext cx="5675410" cy="1477328"/>
          </a:xfrm>
          <a:prstGeom prst="rect">
            <a:avLst/>
          </a:prstGeom>
          <a:noFill/>
        </p:spPr>
        <p:txBody>
          <a:bodyPr wrap="square">
            <a:spAutoFit/>
          </a:bodyPr>
          <a:lstStyle/>
          <a:p>
            <a:pPr algn="just"/>
            <a:r>
              <a:rPr lang="en-US" dirty="0"/>
              <a:t>During a waited transfer, the Manager is permitted to change the transfer type from IDLE to NONSEQ. When the</a:t>
            </a:r>
            <a:r>
              <a:rPr lang="vi-VN" dirty="0"/>
              <a:t> </a:t>
            </a:r>
            <a:r>
              <a:rPr lang="en-US" dirty="0"/>
              <a:t>HTRANS transfer type changes to NONSEQ the Manager must keep HTRANS constant, until HREADY is HIGH.</a:t>
            </a:r>
          </a:p>
        </p:txBody>
      </p:sp>
      <p:sp>
        <p:nvSpPr>
          <p:cNvPr id="7" name="Title 1">
            <a:extLst>
              <a:ext uri="{FF2B5EF4-FFF2-40B4-BE49-F238E27FC236}">
                <a16:creationId xmlns:a16="http://schemas.microsoft.com/office/drawing/2014/main" id="{7356C7F7-B7DC-F8E7-C739-AE3C49CAF6DA}"/>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1.6.1. Transfer type changes during wait states</a:t>
            </a:r>
            <a:endParaRPr lang="en-US" sz="2200" b="1" dirty="0"/>
          </a:p>
        </p:txBody>
      </p:sp>
    </p:spTree>
    <p:extLst>
      <p:ext uri="{BB962C8B-B14F-4D97-AF65-F5344CB8AC3E}">
        <p14:creationId xmlns:p14="http://schemas.microsoft.com/office/powerpoint/2010/main" val="929302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9A22B-6850-39F1-01CC-08A330A68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4B367-3754-5AC8-1956-BDBD9D39184D}"/>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42546315-8B50-90D5-5908-C3F724D109BF}"/>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99FF0730-2103-F9D6-51CE-D9401100D95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CCEE3F1F-3146-1DBB-420A-4BA9ABBBDC93}"/>
              </a:ext>
            </a:extLst>
          </p:cNvPr>
          <p:cNvSpPr>
            <a:spLocks noGrp="1"/>
          </p:cNvSpPr>
          <p:nvPr>
            <p:ph type="sldNum" sz="quarter" idx="12"/>
          </p:nvPr>
        </p:nvSpPr>
        <p:spPr/>
        <p:txBody>
          <a:bodyPr/>
          <a:lstStyle/>
          <a:p>
            <a:fld id="{148CC95F-0247-41B6-91CF-DC97C76A7088}" type="slidenum">
              <a:rPr lang="en-US" smtClean="0"/>
              <a:t>30</a:t>
            </a:fld>
            <a:endParaRPr lang="en-US"/>
          </a:p>
        </p:txBody>
      </p:sp>
      <p:sp>
        <p:nvSpPr>
          <p:cNvPr id="3" name="Title 1">
            <a:extLst>
              <a:ext uri="{FF2B5EF4-FFF2-40B4-BE49-F238E27FC236}">
                <a16:creationId xmlns:a16="http://schemas.microsoft.com/office/drawing/2014/main" id="{26D81F2E-0B82-BA3C-62E9-BADFACB56FBD}"/>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
        <p:nvSpPr>
          <p:cNvPr id="7" name="Title 1">
            <a:extLst>
              <a:ext uri="{FF2B5EF4-FFF2-40B4-BE49-F238E27FC236}">
                <a16:creationId xmlns:a16="http://schemas.microsoft.com/office/drawing/2014/main" id="{91C9B3D4-B3D1-F13A-7754-6402D93245EE}"/>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1.6.1. Transfer type changes during wait states</a:t>
            </a:r>
            <a:endParaRPr lang="en-US" sz="2200" b="1" dirty="0"/>
          </a:p>
        </p:txBody>
      </p:sp>
      <p:pic>
        <p:nvPicPr>
          <p:cNvPr id="10" name="Picture 9">
            <a:extLst>
              <a:ext uri="{FF2B5EF4-FFF2-40B4-BE49-F238E27FC236}">
                <a16:creationId xmlns:a16="http://schemas.microsoft.com/office/drawing/2014/main" id="{B1B5E805-FDB5-6148-DE29-DA424F176946}"/>
              </a:ext>
            </a:extLst>
          </p:cNvPr>
          <p:cNvPicPr>
            <a:picLocks noChangeAspect="1"/>
          </p:cNvPicPr>
          <p:nvPr/>
        </p:nvPicPr>
        <p:blipFill>
          <a:blip r:embed="rId2"/>
          <a:stretch>
            <a:fillRect/>
          </a:stretch>
        </p:blipFill>
        <p:spPr>
          <a:xfrm>
            <a:off x="6563408" y="2474036"/>
            <a:ext cx="5549831" cy="2107601"/>
          </a:xfrm>
          <a:prstGeom prst="rect">
            <a:avLst/>
          </a:prstGeom>
        </p:spPr>
      </p:pic>
      <p:graphicFrame>
        <p:nvGraphicFramePr>
          <p:cNvPr id="12" name="Table 11">
            <a:extLst>
              <a:ext uri="{FF2B5EF4-FFF2-40B4-BE49-F238E27FC236}">
                <a16:creationId xmlns:a16="http://schemas.microsoft.com/office/drawing/2014/main" id="{4211621E-A981-BC02-5A05-0A0A3AF26D4B}"/>
              </a:ext>
            </a:extLst>
          </p:cNvPr>
          <p:cNvGraphicFramePr>
            <a:graphicFrameLocks noGrp="1"/>
          </p:cNvGraphicFramePr>
          <p:nvPr>
            <p:extLst>
              <p:ext uri="{D42A27DB-BD31-4B8C-83A1-F6EECF244321}">
                <p14:modId xmlns:p14="http://schemas.microsoft.com/office/powerpoint/2010/main" val="266690681"/>
              </p:ext>
            </p:extLst>
          </p:nvPr>
        </p:nvGraphicFramePr>
        <p:xfrm>
          <a:off x="521208" y="2778628"/>
          <a:ext cx="5922805" cy="3190875"/>
        </p:xfrm>
        <a:graphic>
          <a:graphicData uri="http://schemas.openxmlformats.org/drawingml/2006/table">
            <a:tbl>
              <a:tblPr firstRow="1" bandRow="1">
                <a:tableStyleId>{073A0DAA-6AF3-43AB-8588-CEC1D06C72B9}</a:tableStyleId>
              </a:tblPr>
              <a:tblGrid>
                <a:gridCol w="1258763">
                  <a:extLst>
                    <a:ext uri="{9D8B030D-6E8A-4147-A177-3AD203B41FA5}">
                      <a16:colId xmlns:a16="http://schemas.microsoft.com/office/drawing/2014/main" val="937800916"/>
                    </a:ext>
                  </a:extLst>
                </a:gridCol>
                <a:gridCol w="4664042">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dirty="0"/>
                        <a:t>T0-T1</a:t>
                      </a:r>
                      <a:endParaRPr lang="en-US" sz="1400" dirty="0">
                        <a:latin typeface="+mj-lt"/>
                      </a:endParaRPr>
                    </a:p>
                  </a:txBody>
                  <a:tcPr/>
                </a:tc>
                <a:tc>
                  <a:txBody>
                    <a:bodyPr/>
                    <a:lstStyle/>
                    <a:p>
                      <a:pPr algn="just" fontAlgn="t">
                        <a:lnSpc>
                          <a:spcPts val="1500"/>
                        </a:lnSpc>
                        <a:buNone/>
                      </a:pPr>
                      <a:r>
                        <a:rPr lang="en-US" sz="1400"/>
                        <a:t>The Manager initiates the next beat of the INCR4 burst to address 0x24.</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T1-T3</a:t>
                      </a:r>
                      <a:endParaRPr lang="en-US" sz="1400">
                        <a:latin typeface="+mj-lt"/>
                      </a:endParaRPr>
                    </a:p>
                  </a:txBody>
                  <a:tcPr/>
                </a:tc>
                <a:tc>
                  <a:txBody>
                    <a:bodyPr/>
                    <a:lstStyle/>
                    <a:p>
                      <a:pPr algn="just" fontAlgn="t">
                        <a:lnSpc>
                          <a:spcPts val="1500"/>
                        </a:lnSpc>
                        <a:buNone/>
                      </a:pPr>
                      <a:r>
                        <a:rPr lang="en-US" sz="1400"/>
                        <a:t>The Manager inserts a BUSY transfer to address 0x28. The Subordinate inserts wait states with HREADY</a:t>
                      </a:r>
                      <a:r>
                        <a:rPr lang="vi-VN" sz="1400"/>
                        <a:t> </a:t>
                      </a:r>
                      <a:r>
                        <a:rPr lang="en-US" sz="1400"/>
                        <a:t>= LOW.</a:t>
                      </a:r>
                      <a:endParaRPr lang="en-US" sz="1400" b="0" i="0">
                        <a:effectLst/>
                        <a:latin typeface="+mj-lt"/>
                      </a:endParaRPr>
                    </a:p>
                  </a:txBody>
                  <a:tcPr/>
                </a:tc>
                <a:extLst>
                  <a:ext uri="{0D108BD9-81ED-4DB2-BD59-A6C34878D82A}">
                    <a16:rowId xmlns:a16="http://schemas.microsoft.com/office/drawing/2014/main" val="4086146668"/>
                  </a:ext>
                </a:extLst>
              </a:tr>
              <a:tr h="140780">
                <a:tc>
                  <a:txBody>
                    <a:bodyPr/>
                    <a:lstStyle/>
                    <a:p>
                      <a:r>
                        <a:rPr lang="vi-VN" sz="1400"/>
                        <a:t>T3-T4</a:t>
                      </a:r>
                      <a:endParaRPr lang="en-US" sz="1400">
                        <a:latin typeface="+mj-lt"/>
                      </a:endParaRPr>
                    </a:p>
                  </a:txBody>
                  <a:tcPr/>
                </a:tc>
                <a:tc>
                  <a:txBody>
                    <a:bodyPr/>
                    <a:lstStyle/>
                    <a:p>
                      <a:pPr algn="just" fontAlgn="t">
                        <a:lnSpc>
                          <a:spcPts val="1500"/>
                        </a:lnSpc>
                        <a:buNone/>
                      </a:pPr>
                      <a:r>
                        <a:rPr lang="en-US" sz="1400"/>
                        <a:t>The Manager changes the transfer type to SEQ and initiates the next beat of the burst to address 0x28.</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algn="just" fontAlgn="t">
                        <a:lnSpc>
                          <a:spcPts val="1500"/>
                        </a:lnSpc>
                        <a:buNone/>
                      </a:pPr>
                      <a:r>
                        <a:rPr lang="en-US" sz="1400"/>
                        <a:t>With HREADY LOW, the Manager must keep HTRANS constant.</a:t>
                      </a:r>
                      <a:endParaRPr lang="en-US" sz="1400" b="0" i="0">
                        <a:effectLst/>
                        <a:latin typeface="+mj-lt"/>
                      </a:endParaRPr>
                    </a:p>
                  </a:txBody>
                  <a:tcPr/>
                </a:tc>
                <a:extLst>
                  <a:ext uri="{0D108BD9-81ED-4DB2-BD59-A6C34878D82A}">
                    <a16:rowId xmlns:a16="http://schemas.microsoft.com/office/drawing/2014/main" val="3584289242"/>
                  </a:ext>
                </a:extLst>
              </a:tr>
              <a:tr h="140780">
                <a:tc>
                  <a:txBody>
                    <a:bodyPr/>
                    <a:lstStyle/>
                    <a:p>
                      <a:r>
                        <a:rPr lang="vi-VN" sz="1400"/>
                        <a:t>T5-T6</a:t>
                      </a:r>
                      <a:endParaRPr lang="en-US" sz="1400">
                        <a:latin typeface="+mj-lt"/>
                      </a:endParaRPr>
                    </a:p>
                  </a:txBody>
                  <a:tcPr/>
                </a:tc>
                <a:tc>
                  <a:txBody>
                    <a:bodyPr/>
                    <a:lstStyle/>
                    <a:p>
                      <a:pPr algn="just" fontAlgn="t">
                        <a:lnSpc>
                          <a:spcPts val="1500"/>
                        </a:lnSpc>
                        <a:buNone/>
                      </a:pPr>
                      <a:r>
                        <a:rPr lang="en-US" sz="1400"/>
                        <a:t>Beat to address 0x24 completes with HREADY HIGH.</a:t>
                      </a:r>
                      <a:endParaRPr lang="en-US" sz="1400" b="0" i="0">
                        <a:effectLst/>
                        <a:latin typeface="+mj-lt"/>
                      </a:endParaRPr>
                    </a:p>
                  </a:txBody>
                  <a:tcPr/>
                </a:tc>
                <a:extLst>
                  <a:ext uri="{0D108BD9-81ED-4DB2-BD59-A6C34878D82A}">
                    <a16:rowId xmlns:a16="http://schemas.microsoft.com/office/drawing/2014/main" val="2670494590"/>
                  </a:ext>
                </a:extLst>
              </a:tr>
              <a:tr h="140780">
                <a:tc>
                  <a:txBody>
                    <a:bodyPr/>
                    <a:lstStyle/>
                    <a:p>
                      <a:r>
                        <a:rPr lang="vi-VN" sz="1400"/>
                        <a:t>T6-T7</a:t>
                      </a:r>
                      <a:endParaRPr lang="en-US" sz="1400">
                        <a:latin typeface="+mj-lt"/>
                      </a:endParaRPr>
                    </a:p>
                  </a:txBody>
                  <a:tcPr/>
                </a:tc>
                <a:tc>
                  <a:txBody>
                    <a:bodyPr/>
                    <a:lstStyle/>
                    <a:p>
                      <a:pPr algn="just" fontAlgn="t">
                        <a:lnSpc>
                          <a:spcPts val="1500"/>
                        </a:lnSpc>
                        <a:buNone/>
                      </a:pPr>
                      <a:r>
                        <a:rPr lang="en-US" sz="1400" dirty="0"/>
                        <a:t>Third beat of the INCR4 transfer to address 0x28 completes and the Manager starts the final beat to address 0x2C.</a:t>
                      </a:r>
                      <a:endParaRPr lang="en-US" sz="1400" b="0" i="0" dirty="0">
                        <a:effectLst/>
                        <a:latin typeface="+mj-lt"/>
                      </a:endParaRPr>
                    </a:p>
                  </a:txBody>
                  <a:tcPr/>
                </a:tc>
                <a:extLst>
                  <a:ext uri="{0D108BD9-81ED-4DB2-BD59-A6C34878D82A}">
                    <a16:rowId xmlns:a16="http://schemas.microsoft.com/office/drawing/2014/main" val="2984094128"/>
                  </a:ext>
                </a:extLst>
              </a:tr>
            </a:tbl>
          </a:graphicData>
        </a:graphic>
      </p:graphicFrame>
      <p:sp>
        <p:nvSpPr>
          <p:cNvPr id="13" name="TextBox 12">
            <a:extLst>
              <a:ext uri="{FF2B5EF4-FFF2-40B4-BE49-F238E27FC236}">
                <a16:creationId xmlns:a16="http://schemas.microsoft.com/office/drawing/2014/main" id="{B6858E30-1DD2-3335-64C5-87C43279F206}"/>
              </a:ext>
            </a:extLst>
          </p:cNvPr>
          <p:cNvSpPr txBox="1"/>
          <p:nvPr/>
        </p:nvSpPr>
        <p:spPr>
          <a:xfrm>
            <a:off x="6563408" y="4766268"/>
            <a:ext cx="5549831" cy="1754326"/>
          </a:xfrm>
          <a:prstGeom prst="rect">
            <a:avLst/>
          </a:prstGeom>
          <a:noFill/>
        </p:spPr>
        <p:txBody>
          <a:bodyPr wrap="square">
            <a:spAutoFit/>
          </a:bodyPr>
          <a:lstStyle/>
          <a:p>
            <a:pPr algn="just"/>
            <a:r>
              <a:rPr lang="vi-VN" b="1" dirty="0"/>
              <a:t>Note: </a:t>
            </a:r>
            <a:r>
              <a:rPr lang="en-US" dirty="0"/>
              <a:t>Because BUSY transfers must only be inserted between successive beats of a burst, this does not apply to SINGLE </a:t>
            </a:r>
            <a:r>
              <a:rPr lang="vi-VN" dirty="0"/>
              <a:t>bursts. </a:t>
            </a:r>
            <a:r>
              <a:rPr lang="en-US" dirty="0"/>
              <a:t>Therefore this situation applies to the following burst types: </a:t>
            </a:r>
            <a:endParaRPr lang="vi-VN" dirty="0"/>
          </a:p>
          <a:p>
            <a:pPr marL="285750" indent="-285750" algn="just">
              <a:buFont typeface="Arial" panose="020B0604020202020204" pitchFamily="34" charset="0"/>
              <a:buChar char="•"/>
            </a:pPr>
            <a:r>
              <a:rPr lang="en-US" dirty="0"/>
              <a:t>INCR4, INCR8, and INCR16. </a:t>
            </a:r>
            <a:endParaRPr lang="vi-VN" dirty="0"/>
          </a:p>
          <a:p>
            <a:pPr marL="285750" indent="-285750" algn="just">
              <a:buFont typeface="Arial" panose="020B0604020202020204" pitchFamily="34" charset="0"/>
              <a:buChar char="•"/>
            </a:pPr>
            <a:r>
              <a:rPr lang="en-US" dirty="0"/>
              <a:t>WRAP4, WRAP8, and WRAP16.</a:t>
            </a:r>
            <a:r>
              <a:rPr lang="vi-VN" b="1" dirty="0"/>
              <a:t> </a:t>
            </a:r>
            <a:endParaRPr lang="en-US" dirty="0"/>
          </a:p>
        </p:txBody>
      </p:sp>
    </p:spTree>
    <p:extLst>
      <p:ext uri="{BB962C8B-B14F-4D97-AF65-F5344CB8AC3E}">
        <p14:creationId xmlns:p14="http://schemas.microsoft.com/office/powerpoint/2010/main" val="1572386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B3F4-F447-3AD9-E1BA-3708347B4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CC925-4000-E326-79FC-6AAA992625B2}"/>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1552CEED-2B8A-6D9F-091D-F4C1A30CD49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87BF1C00-229D-25DB-89F8-793E95023F2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3571977-8E2F-551B-9C0C-914BC62E3F55}"/>
              </a:ext>
            </a:extLst>
          </p:cNvPr>
          <p:cNvSpPr>
            <a:spLocks noGrp="1"/>
          </p:cNvSpPr>
          <p:nvPr>
            <p:ph type="sldNum" sz="quarter" idx="12"/>
          </p:nvPr>
        </p:nvSpPr>
        <p:spPr/>
        <p:txBody>
          <a:bodyPr/>
          <a:lstStyle/>
          <a:p>
            <a:fld id="{148CC95F-0247-41B6-91CF-DC97C76A7088}" type="slidenum">
              <a:rPr lang="en-US" smtClean="0"/>
              <a:t>31</a:t>
            </a:fld>
            <a:endParaRPr lang="en-US"/>
          </a:p>
        </p:txBody>
      </p:sp>
      <p:sp>
        <p:nvSpPr>
          <p:cNvPr id="3" name="Title 1">
            <a:extLst>
              <a:ext uri="{FF2B5EF4-FFF2-40B4-BE49-F238E27FC236}">
                <a16:creationId xmlns:a16="http://schemas.microsoft.com/office/drawing/2014/main" id="{5A5923A0-E019-77BC-57F4-597BE78A822D}"/>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
        <p:nvSpPr>
          <p:cNvPr id="7" name="Title 1">
            <a:extLst>
              <a:ext uri="{FF2B5EF4-FFF2-40B4-BE49-F238E27FC236}">
                <a16:creationId xmlns:a16="http://schemas.microsoft.com/office/drawing/2014/main" id="{2D07DA95-9FDB-74B2-7161-1C27F76D3C31}"/>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1.6.1. Transfer type changes during wait states</a:t>
            </a:r>
            <a:endParaRPr lang="en-US" sz="2200" b="1" dirty="0"/>
          </a:p>
        </p:txBody>
      </p:sp>
      <p:pic>
        <p:nvPicPr>
          <p:cNvPr id="4" name="Picture 3">
            <a:extLst>
              <a:ext uri="{FF2B5EF4-FFF2-40B4-BE49-F238E27FC236}">
                <a16:creationId xmlns:a16="http://schemas.microsoft.com/office/drawing/2014/main" id="{3208937B-C848-0272-4690-9CAABC8D7305}"/>
              </a:ext>
            </a:extLst>
          </p:cNvPr>
          <p:cNvPicPr>
            <a:picLocks noChangeAspect="1"/>
          </p:cNvPicPr>
          <p:nvPr/>
        </p:nvPicPr>
        <p:blipFill>
          <a:blip r:embed="rId2"/>
          <a:stretch>
            <a:fillRect/>
          </a:stretch>
        </p:blipFill>
        <p:spPr>
          <a:xfrm>
            <a:off x="6507177" y="2490875"/>
            <a:ext cx="5590335" cy="2138472"/>
          </a:xfrm>
          <a:prstGeom prst="rect">
            <a:avLst/>
          </a:prstGeom>
        </p:spPr>
      </p:pic>
      <p:graphicFrame>
        <p:nvGraphicFramePr>
          <p:cNvPr id="5" name="Table 4">
            <a:extLst>
              <a:ext uri="{FF2B5EF4-FFF2-40B4-BE49-F238E27FC236}">
                <a16:creationId xmlns:a16="http://schemas.microsoft.com/office/drawing/2014/main" id="{DBD0CAA2-5B2E-D82E-7899-747FFA483741}"/>
              </a:ext>
            </a:extLst>
          </p:cNvPr>
          <p:cNvGraphicFramePr>
            <a:graphicFrameLocks noGrp="1"/>
          </p:cNvGraphicFramePr>
          <p:nvPr>
            <p:extLst>
              <p:ext uri="{D42A27DB-BD31-4B8C-83A1-F6EECF244321}">
                <p14:modId xmlns:p14="http://schemas.microsoft.com/office/powerpoint/2010/main" val="1947769293"/>
              </p:ext>
            </p:extLst>
          </p:nvPr>
        </p:nvGraphicFramePr>
        <p:xfrm>
          <a:off x="523987" y="2728937"/>
          <a:ext cx="5922805" cy="3364230"/>
        </p:xfrm>
        <a:graphic>
          <a:graphicData uri="http://schemas.openxmlformats.org/drawingml/2006/table">
            <a:tbl>
              <a:tblPr firstRow="1" bandRow="1">
                <a:tableStyleId>{073A0DAA-6AF3-43AB-8588-CEC1D06C72B9}</a:tableStyleId>
              </a:tblPr>
              <a:tblGrid>
                <a:gridCol w="1258763">
                  <a:extLst>
                    <a:ext uri="{9D8B030D-6E8A-4147-A177-3AD203B41FA5}">
                      <a16:colId xmlns:a16="http://schemas.microsoft.com/office/drawing/2014/main" val="937800916"/>
                    </a:ext>
                  </a:extLst>
                </a:gridCol>
                <a:gridCol w="4664042">
                  <a:extLst>
                    <a:ext uri="{9D8B030D-6E8A-4147-A177-3AD203B41FA5}">
                      <a16:colId xmlns:a16="http://schemas.microsoft.com/office/drawing/2014/main" val="939195079"/>
                    </a:ext>
                  </a:extLst>
                </a:gridCol>
              </a:tblGrid>
              <a:tr h="140780">
                <a:tc>
                  <a:txBody>
                    <a:bodyPr/>
                    <a:lstStyle/>
                    <a:p>
                      <a:pPr algn="ctr"/>
                      <a:r>
                        <a:rPr lang="vi-VN" sz="1400"/>
                        <a:t>Cycle</a:t>
                      </a:r>
                      <a:endParaRPr lang="en-US" sz="140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r>
                        <a:rPr lang="vi-VN" sz="1400"/>
                        <a:t>T0-T1</a:t>
                      </a:r>
                      <a:endParaRPr lang="en-US" sz="1400">
                        <a:latin typeface="+mj-lt"/>
                      </a:endParaRPr>
                    </a:p>
                  </a:txBody>
                  <a:tcPr/>
                </a:tc>
                <a:tc>
                  <a:txBody>
                    <a:bodyPr/>
                    <a:lstStyle/>
                    <a:p>
                      <a:pPr algn="just" fontAlgn="t">
                        <a:lnSpc>
                          <a:spcPts val="1500"/>
                        </a:lnSpc>
                        <a:buNone/>
                      </a:pPr>
                      <a:r>
                        <a:rPr lang="en-US" sz="1400"/>
                        <a:t>The Manager initiates the next beat of the INCR burst to address 0x64.</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r>
                        <a:rPr lang="vi-VN" sz="1400"/>
                        <a:t>T1-T3</a:t>
                      </a:r>
                      <a:endParaRPr lang="en-US" sz="1400">
                        <a:latin typeface="+mj-lt"/>
                      </a:endParaRPr>
                    </a:p>
                  </a:txBody>
                  <a:tcPr/>
                </a:tc>
                <a:tc>
                  <a:txBody>
                    <a:bodyPr/>
                    <a:lstStyle/>
                    <a:p>
                      <a:pPr algn="just" fontAlgn="t">
                        <a:lnSpc>
                          <a:spcPts val="1500"/>
                        </a:lnSpc>
                        <a:buNone/>
                      </a:pPr>
                      <a:r>
                        <a:rPr lang="en-US" sz="1400"/>
                        <a:t>The Manager inserts a BUSY transfer to address 0x68. The Subordinate inserts wait states with HREADY</a:t>
                      </a:r>
                      <a:r>
                        <a:rPr lang="vi-VN" sz="1400"/>
                        <a:t> </a:t>
                      </a:r>
                      <a:r>
                        <a:rPr lang="en-US" sz="1400"/>
                        <a:t>= LOW.</a:t>
                      </a:r>
                      <a:endParaRPr lang="en-US" sz="1400" b="0" i="0">
                        <a:effectLst/>
                        <a:latin typeface="+mj-lt"/>
                      </a:endParaRPr>
                    </a:p>
                  </a:txBody>
                  <a:tcPr/>
                </a:tc>
                <a:extLst>
                  <a:ext uri="{0D108BD9-81ED-4DB2-BD59-A6C34878D82A}">
                    <a16:rowId xmlns:a16="http://schemas.microsoft.com/office/drawing/2014/main" val="4086146668"/>
                  </a:ext>
                </a:extLst>
              </a:tr>
              <a:tr h="140780">
                <a:tc>
                  <a:txBody>
                    <a:bodyPr/>
                    <a:lstStyle/>
                    <a:p>
                      <a:r>
                        <a:rPr lang="vi-VN" sz="1400"/>
                        <a:t>T3-T4</a:t>
                      </a:r>
                      <a:endParaRPr lang="en-US" sz="1400">
                        <a:latin typeface="+mj-lt"/>
                      </a:endParaRPr>
                    </a:p>
                  </a:txBody>
                  <a:tcPr/>
                </a:tc>
                <a:tc>
                  <a:txBody>
                    <a:bodyPr/>
                    <a:lstStyle/>
                    <a:p>
                      <a:pPr algn="just" fontAlgn="t">
                        <a:lnSpc>
                          <a:spcPts val="1500"/>
                        </a:lnSpc>
                        <a:buNone/>
                      </a:pPr>
                      <a:r>
                        <a:rPr lang="en-US" sz="1400"/>
                        <a:t>The Manager changes the transfer type to NONSEQ and initiates a new burst to address 0x10.</a:t>
                      </a:r>
                      <a:endParaRPr lang="en-US" sz="1400" b="0" i="0">
                        <a:effectLst/>
                        <a:latin typeface="+mj-lt"/>
                      </a:endParaRPr>
                    </a:p>
                  </a:txBody>
                  <a:tcPr/>
                </a:tc>
                <a:extLst>
                  <a:ext uri="{0D108BD9-81ED-4DB2-BD59-A6C34878D82A}">
                    <a16:rowId xmlns:a16="http://schemas.microsoft.com/office/drawing/2014/main" val="1478035640"/>
                  </a:ext>
                </a:extLst>
              </a:tr>
              <a:tr h="140780">
                <a:tc>
                  <a:txBody>
                    <a:bodyPr/>
                    <a:lstStyle/>
                    <a:p>
                      <a:r>
                        <a:rPr lang="vi-VN" sz="1400"/>
                        <a:t>T4-T5</a:t>
                      </a:r>
                      <a:endParaRPr lang="en-US" sz="1400">
                        <a:latin typeface="+mj-lt"/>
                      </a:endParaRPr>
                    </a:p>
                  </a:txBody>
                  <a:tcPr/>
                </a:tc>
                <a:tc>
                  <a:txBody>
                    <a:bodyPr/>
                    <a:lstStyle/>
                    <a:p>
                      <a:pPr algn="just" fontAlgn="t">
                        <a:lnSpc>
                          <a:spcPts val="1500"/>
                        </a:lnSpc>
                        <a:buNone/>
                      </a:pPr>
                      <a:r>
                        <a:rPr lang="en-US" sz="1400"/>
                        <a:t>With HREADY LOW, the Manager must keep HTRANS constant.</a:t>
                      </a:r>
                      <a:endParaRPr lang="en-US" sz="1400" b="0" i="0">
                        <a:effectLst/>
                        <a:latin typeface="+mj-lt"/>
                      </a:endParaRPr>
                    </a:p>
                  </a:txBody>
                  <a:tcPr/>
                </a:tc>
                <a:extLst>
                  <a:ext uri="{0D108BD9-81ED-4DB2-BD59-A6C34878D82A}">
                    <a16:rowId xmlns:a16="http://schemas.microsoft.com/office/drawing/2014/main" val="3584289242"/>
                  </a:ext>
                </a:extLst>
              </a:tr>
              <a:tr h="140780">
                <a:tc>
                  <a:txBody>
                    <a:bodyPr/>
                    <a:lstStyle/>
                    <a:p>
                      <a:r>
                        <a:rPr lang="vi-VN" sz="1400"/>
                        <a:t>T5-T6</a:t>
                      </a:r>
                      <a:endParaRPr lang="en-US" sz="1400">
                        <a:latin typeface="+mj-lt"/>
                      </a:endParaRPr>
                    </a:p>
                  </a:txBody>
                  <a:tcPr/>
                </a:tc>
                <a:tc>
                  <a:txBody>
                    <a:bodyPr/>
                    <a:lstStyle/>
                    <a:p>
                      <a:pPr algn="just" fontAlgn="t">
                        <a:lnSpc>
                          <a:spcPts val="1500"/>
                        </a:lnSpc>
                        <a:buNone/>
                      </a:pPr>
                      <a:r>
                        <a:rPr lang="en-US" sz="1400"/>
                        <a:t>Undefined length burst completes with HREADY HIGH and the Manager starts the first beat to address 0x10.</a:t>
                      </a:r>
                      <a:endParaRPr lang="en-US" sz="1400" b="0" i="0">
                        <a:effectLst/>
                        <a:latin typeface="+mj-lt"/>
                      </a:endParaRPr>
                    </a:p>
                  </a:txBody>
                  <a:tcPr/>
                </a:tc>
                <a:extLst>
                  <a:ext uri="{0D108BD9-81ED-4DB2-BD59-A6C34878D82A}">
                    <a16:rowId xmlns:a16="http://schemas.microsoft.com/office/drawing/2014/main" val="2670494590"/>
                  </a:ext>
                </a:extLst>
              </a:tr>
              <a:tr h="140780">
                <a:tc>
                  <a:txBody>
                    <a:bodyPr/>
                    <a:lstStyle/>
                    <a:p>
                      <a:r>
                        <a:rPr lang="vi-VN" sz="1400"/>
                        <a:t>T6-T7</a:t>
                      </a:r>
                      <a:endParaRPr lang="en-US" sz="1400">
                        <a:latin typeface="+mj-lt"/>
                      </a:endParaRPr>
                    </a:p>
                  </a:txBody>
                  <a:tcPr/>
                </a:tc>
                <a:tc>
                  <a:txBody>
                    <a:bodyPr/>
                    <a:lstStyle/>
                    <a:p>
                      <a:pPr algn="just" fontAlgn="t">
                        <a:lnSpc>
                          <a:spcPts val="1500"/>
                        </a:lnSpc>
                        <a:buNone/>
                      </a:pPr>
                      <a:r>
                        <a:rPr lang="en-US" sz="1400" dirty="0"/>
                        <a:t>First beat of the INCR4 transfer to address 0x10 completes and the Manager starts the next beat to address 0x14.</a:t>
                      </a:r>
                      <a:endParaRPr lang="en-US" sz="1400" b="0" i="0" dirty="0">
                        <a:effectLst/>
                        <a:latin typeface="+mj-lt"/>
                      </a:endParaRPr>
                    </a:p>
                  </a:txBody>
                  <a:tcPr/>
                </a:tc>
                <a:extLst>
                  <a:ext uri="{0D108BD9-81ED-4DB2-BD59-A6C34878D82A}">
                    <a16:rowId xmlns:a16="http://schemas.microsoft.com/office/drawing/2014/main" val="2984094128"/>
                  </a:ext>
                </a:extLst>
              </a:tr>
            </a:tbl>
          </a:graphicData>
        </a:graphic>
      </p:graphicFrame>
      <p:sp>
        <p:nvSpPr>
          <p:cNvPr id="6" name="TextBox 5">
            <a:extLst>
              <a:ext uri="{FF2B5EF4-FFF2-40B4-BE49-F238E27FC236}">
                <a16:creationId xmlns:a16="http://schemas.microsoft.com/office/drawing/2014/main" id="{6EEB9B75-3361-6F91-1937-2ABA39754842}"/>
              </a:ext>
            </a:extLst>
          </p:cNvPr>
          <p:cNvSpPr txBox="1"/>
          <p:nvPr/>
        </p:nvSpPr>
        <p:spPr>
          <a:xfrm>
            <a:off x="6507177" y="4797818"/>
            <a:ext cx="5590335" cy="1754326"/>
          </a:xfrm>
          <a:prstGeom prst="rect">
            <a:avLst/>
          </a:prstGeom>
          <a:noFill/>
        </p:spPr>
        <p:txBody>
          <a:bodyPr wrap="square">
            <a:spAutoFit/>
          </a:bodyPr>
          <a:lstStyle/>
          <a:p>
            <a:pPr algn="just"/>
            <a:r>
              <a:rPr lang="en-US"/>
              <a:t>During a waited transfer for an undefined length burst, INCR, the Manager is permitted to change from BUSY to any other transfer type, when HREADY is LOW. The burst continues if a SEQ transfer is performed but terminates if an IDLE or NONSEQ transfer is performed.</a:t>
            </a:r>
          </a:p>
        </p:txBody>
      </p:sp>
    </p:spTree>
    <p:extLst>
      <p:ext uri="{BB962C8B-B14F-4D97-AF65-F5344CB8AC3E}">
        <p14:creationId xmlns:p14="http://schemas.microsoft.com/office/powerpoint/2010/main" val="3826446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BBD7-FE86-F60D-B5E9-6D76D8799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2EBAB-FADB-2B17-F0BE-7577AB4DCC83}"/>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2EFAC0F9-E496-AB98-8A44-1F62CAFDA85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77D55A97-F614-A00D-6937-F6B6345FE1E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9F1D726-6A5E-3EBC-0743-8DC691890527}"/>
              </a:ext>
            </a:extLst>
          </p:cNvPr>
          <p:cNvSpPr>
            <a:spLocks noGrp="1"/>
          </p:cNvSpPr>
          <p:nvPr>
            <p:ph type="sldNum" sz="quarter" idx="12"/>
          </p:nvPr>
        </p:nvSpPr>
        <p:spPr/>
        <p:txBody>
          <a:bodyPr/>
          <a:lstStyle/>
          <a:p>
            <a:fld id="{148CC95F-0247-41B6-91CF-DC97C76A7088}" type="slidenum">
              <a:rPr lang="en-US" smtClean="0"/>
              <a:t>32</a:t>
            </a:fld>
            <a:endParaRPr lang="en-US"/>
          </a:p>
        </p:txBody>
      </p:sp>
      <p:sp>
        <p:nvSpPr>
          <p:cNvPr id="3" name="Title 1">
            <a:extLst>
              <a:ext uri="{FF2B5EF4-FFF2-40B4-BE49-F238E27FC236}">
                <a16:creationId xmlns:a16="http://schemas.microsoft.com/office/drawing/2014/main" id="{FC5A758B-AD90-FBBB-9D38-EB1E9194F605}"/>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
        <p:nvSpPr>
          <p:cNvPr id="7" name="Title 1">
            <a:extLst>
              <a:ext uri="{FF2B5EF4-FFF2-40B4-BE49-F238E27FC236}">
                <a16:creationId xmlns:a16="http://schemas.microsoft.com/office/drawing/2014/main" id="{2CAC05C2-761E-85C7-EB3C-5B4AD9C6E3D8}"/>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1.6.2. Address changes during wait states</a:t>
            </a:r>
            <a:endParaRPr lang="en-US" sz="2200" b="1" dirty="0"/>
          </a:p>
        </p:txBody>
      </p:sp>
      <p:pic>
        <p:nvPicPr>
          <p:cNvPr id="4" name="Picture 3">
            <a:extLst>
              <a:ext uri="{FF2B5EF4-FFF2-40B4-BE49-F238E27FC236}">
                <a16:creationId xmlns:a16="http://schemas.microsoft.com/office/drawing/2014/main" id="{512B676C-B17B-6800-7083-28F14EB12926}"/>
              </a:ext>
            </a:extLst>
          </p:cNvPr>
          <p:cNvPicPr>
            <a:picLocks noChangeAspect="1"/>
          </p:cNvPicPr>
          <p:nvPr/>
        </p:nvPicPr>
        <p:blipFill>
          <a:blip r:embed="rId2"/>
          <a:stretch>
            <a:fillRect/>
          </a:stretch>
        </p:blipFill>
        <p:spPr>
          <a:xfrm>
            <a:off x="6643169" y="2623930"/>
            <a:ext cx="5393084" cy="1960148"/>
          </a:xfrm>
          <a:prstGeom prst="rect">
            <a:avLst/>
          </a:prstGeom>
        </p:spPr>
      </p:pic>
      <p:graphicFrame>
        <p:nvGraphicFramePr>
          <p:cNvPr id="5" name="Table 4">
            <a:extLst>
              <a:ext uri="{FF2B5EF4-FFF2-40B4-BE49-F238E27FC236}">
                <a16:creationId xmlns:a16="http://schemas.microsoft.com/office/drawing/2014/main" id="{BAD4BF25-A802-3BB9-09F9-96BFCAC4690A}"/>
              </a:ext>
            </a:extLst>
          </p:cNvPr>
          <p:cNvGraphicFramePr>
            <a:graphicFrameLocks noGrp="1"/>
          </p:cNvGraphicFramePr>
          <p:nvPr>
            <p:extLst>
              <p:ext uri="{D42A27DB-BD31-4B8C-83A1-F6EECF244321}">
                <p14:modId xmlns:p14="http://schemas.microsoft.com/office/powerpoint/2010/main" val="4002216472"/>
              </p:ext>
            </p:extLst>
          </p:nvPr>
        </p:nvGraphicFramePr>
        <p:xfrm>
          <a:off x="521208" y="2717154"/>
          <a:ext cx="6121961" cy="3277246"/>
        </p:xfrm>
        <a:graphic>
          <a:graphicData uri="http://schemas.openxmlformats.org/drawingml/2006/table">
            <a:tbl>
              <a:tblPr firstRow="1" bandRow="1">
                <a:tableStyleId>{073A0DAA-6AF3-43AB-8588-CEC1D06C72B9}</a:tableStyleId>
              </a:tblPr>
              <a:tblGrid>
                <a:gridCol w="692900">
                  <a:extLst>
                    <a:ext uri="{9D8B030D-6E8A-4147-A177-3AD203B41FA5}">
                      <a16:colId xmlns:a16="http://schemas.microsoft.com/office/drawing/2014/main" val="1973907758"/>
                    </a:ext>
                  </a:extLst>
                </a:gridCol>
                <a:gridCol w="5429061">
                  <a:extLst>
                    <a:ext uri="{9D8B030D-6E8A-4147-A177-3AD203B41FA5}">
                      <a16:colId xmlns:a16="http://schemas.microsoft.com/office/drawing/2014/main" val="1127729170"/>
                    </a:ext>
                  </a:extLst>
                </a:gridCol>
              </a:tblGrid>
              <a:tr h="273139">
                <a:tc>
                  <a:txBody>
                    <a:bodyPr/>
                    <a:lstStyle/>
                    <a:p>
                      <a:r>
                        <a:rPr lang="vi-VN" sz="1400"/>
                        <a:t>Cycle</a:t>
                      </a:r>
                      <a:endParaRPr lang="en-US" sz="1400"/>
                    </a:p>
                  </a:txBody>
                  <a:tcPr/>
                </a:tc>
                <a:tc>
                  <a:txBody>
                    <a:bodyPr/>
                    <a:lstStyle/>
                    <a:p>
                      <a:pPr algn="ctr"/>
                      <a:r>
                        <a:rPr lang="vi-VN" sz="1400"/>
                        <a:t>Descriptions</a:t>
                      </a:r>
                      <a:endParaRPr lang="en-US" sz="1400"/>
                    </a:p>
                  </a:txBody>
                  <a:tcPr/>
                </a:tc>
                <a:extLst>
                  <a:ext uri="{0D108BD9-81ED-4DB2-BD59-A6C34878D82A}">
                    <a16:rowId xmlns:a16="http://schemas.microsoft.com/office/drawing/2014/main" val="1645280715"/>
                  </a:ext>
                </a:extLst>
              </a:tr>
              <a:tr h="273139">
                <a:tc>
                  <a:txBody>
                    <a:bodyPr/>
                    <a:lstStyle/>
                    <a:p>
                      <a:r>
                        <a:rPr lang="vi-VN" sz="1400"/>
                        <a:t>T0-T1</a:t>
                      </a:r>
                      <a:endParaRPr lang="en-US" sz="1400"/>
                    </a:p>
                  </a:txBody>
                  <a:tcPr/>
                </a:tc>
                <a:tc>
                  <a:txBody>
                    <a:bodyPr/>
                    <a:lstStyle/>
                    <a:p>
                      <a:r>
                        <a:rPr lang="en-US" sz="1400" dirty="0"/>
                        <a:t>The Manager initiates a SINGLE burst to address A.</a:t>
                      </a:r>
                    </a:p>
                  </a:txBody>
                  <a:tcPr/>
                </a:tc>
                <a:extLst>
                  <a:ext uri="{0D108BD9-81ED-4DB2-BD59-A6C34878D82A}">
                    <a16:rowId xmlns:a16="http://schemas.microsoft.com/office/drawing/2014/main" val="645153306"/>
                  </a:ext>
                </a:extLst>
              </a:tr>
              <a:tr h="381646">
                <a:tc>
                  <a:txBody>
                    <a:bodyPr/>
                    <a:lstStyle/>
                    <a:p>
                      <a:r>
                        <a:rPr lang="vi-VN" sz="1400"/>
                        <a:t>T1-T2</a:t>
                      </a:r>
                      <a:endParaRPr lang="en-US" sz="1400"/>
                    </a:p>
                  </a:txBody>
                  <a:tcPr/>
                </a:tc>
                <a:tc>
                  <a:txBody>
                    <a:bodyPr/>
                    <a:lstStyle/>
                    <a:p>
                      <a:r>
                        <a:rPr lang="en-US" sz="1400"/>
                        <a:t>The Manager inserts one IDLE transfer to address Y. The Subordinate inserts a wait state with HREADY = </a:t>
                      </a:r>
                      <a:r>
                        <a:rPr lang="vi-VN" sz="1400"/>
                        <a:t>LOW.</a:t>
                      </a:r>
                      <a:endParaRPr lang="en-US" sz="1400"/>
                    </a:p>
                  </a:txBody>
                  <a:tcPr/>
                </a:tc>
                <a:extLst>
                  <a:ext uri="{0D108BD9-81ED-4DB2-BD59-A6C34878D82A}">
                    <a16:rowId xmlns:a16="http://schemas.microsoft.com/office/drawing/2014/main" val="1834508494"/>
                  </a:ext>
                </a:extLst>
              </a:tr>
              <a:tr h="381646">
                <a:tc>
                  <a:txBody>
                    <a:bodyPr/>
                    <a:lstStyle/>
                    <a:p>
                      <a:r>
                        <a:rPr lang="vi-VN" sz="1400"/>
                        <a:t>T2-T3</a:t>
                      </a:r>
                      <a:endParaRPr lang="en-US" sz="1400"/>
                    </a:p>
                  </a:txBody>
                  <a:tcPr/>
                </a:tc>
                <a:tc>
                  <a:txBody>
                    <a:bodyPr/>
                    <a:lstStyle/>
                    <a:p>
                      <a:r>
                        <a:rPr lang="en-US" sz="1400"/>
                        <a:t>The Manager inserts one IDLE transfer to address Z.</a:t>
                      </a:r>
                    </a:p>
                  </a:txBody>
                  <a:tcPr/>
                </a:tc>
                <a:extLst>
                  <a:ext uri="{0D108BD9-81ED-4DB2-BD59-A6C34878D82A}">
                    <a16:rowId xmlns:a16="http://schemas.microsoft.com/office/drawing/2014/main" val="2717042284"/>
                  </a:ext>
                </a:extLst>
              </a:tr>
              <a:tr h="273139">
                <a:tc>
                  <a:txBody>
                    <a:bodyPr/>
                    <a:lstStyle/>
                    <a:p>
                      <a:r>
                        <a:rPr lang="vi-VN" sz="1400"/>
                        <a:t>T3-T5</a:t>
                      </a:r>
                      <a:endParaRPr lang="en-US" sz="1400"/>
                    </a:p>
                  </a:txBody>
                  <a:tcPr/>
                </a:tc>
                <a:tc>
                  <a:txBody>
                    <a:bodyPr/>
                    <a:lstStyle/>
                    <a:p>
                      <a:r>
                        <a:rPr lang="en-US" sz="1400"/>
                        <a:t>The Manager changes the transfer type to NONSEQ and initiates an INCR4 transfer to address B. Until HREADY goes HIGH, no more address changes are permitted.</a:t>
                      </a:r>
                    </a:p>
                  </a:txBody>
                  <a:tcPr/>
                </a:tc>
                <a:extLst>
                  <a:ext uri="{0D108BD9-81ED-4DB2-BD59-A6C34878D82A}">
                    <a16:rowId xmlns:a16="http://schemas.microsoft.com/office/drawing/2014/main" val="3321518930"/>
                  </a:ext>
                </a:extLst>
              </a:tr>
              <a:tr h="273139">
                <a:tc>
                  <a:txBody>
                    <a:bodyPr/>
                    <a:lstStyle/>
                    <a:p>
                      <a:r>
                        <a:rPr lang="vi-VN" sz="1400"/>
                        <a:t>T5-T6</a:t>
                      </a:r>
                      <a:endParaRPr lang="en-US" sz="1400"/>
                    </a:p>
                  </a:txBody>
                  <a:tcPr/>
                </a:tc>
                <a:tc>
                  <a:txBody>
                    <a:bodyPr/>
                    <a:lstStyle/>
                    <a:p>
                      <a:r>
                        <a:rPr lang="en-US" sz="1400"/>
                        <a:t>SINGLE burst to address A completes with HREADY HIGH and the Manager starts the first beat to address B.</a:t>
                      </a:r>
                    </a:p>
                  </a:txBody>
                  <a:tcPr/>
                </a:tc>
                <a:extLst>
                  <a:ext uri="{0D108BD9-81ED-4DB2-BD59-A6C34878D82A}">
                    <a16:rowId xmlns:a16="http://schemas.microsoft.com/office/drawing/2014/main" val="2731034808"/>
                  </a:ext>
                </a:extLst>
              </a:tr>
              <a:tr h="273139">
                <a:tc>
                  <a:txBody>
                    <a:bodyPr/>
                    <a:lstStyle/>
                    <a:p>
                      <a:r>
                        <a:rPr lang="vi-VN" sz="1400"/>
                        <a:t>T6-T7</a:t>
                      </a:r>
                      <a:endParaRPr lang="en-US" sz="1400"/>
                    </a:p>
                  </a:txBody>
                  <a:tcPr/>
                </a:tc>
                <a:tc>
                  <a:txBody>
                    <a:bodyPr/>
                    <a:lstStyle/>
                    <a:p>
                      <a:r>
                        <a:rPr lang="en-US" sz="1400" dirty="0"/>
                        <a:t>First beat of the INCR4 transfer to address B completes and the Manager starts the next beat to address B+4.</a:t>
                      </a:r>
                    </a:p>
                  </a:txBody>
                  <a:tcPr/>
                </a:tc>
                <a:extLst>
                  <a:ext uri="{0D108BD9-81ED-4DB2-BD59-A6C34878D82A}">
                    <a16:rowId xmlns:a16="http://schemas.microsoft.com/office/drawing/2014/main" val="3912237388"/>
                  </a:ext>
                </a:extLst>
              </a:tr>
            </a:tbl>
          </a:graphicData>
        </a:graphic>
      </p:graphicFrame>
      <p:sp>
        <p:nvSpPr>
          <p:cNvPr id="6" name="TextBox 5">
            <a:extLst>
              <a:ext uri="{FF2B5EF4-FFF2-40B4-BE49-F238E27FC236}">
                <a16:creationId xmlns:a16="http://schemas.microsoft.com/office/drawing/2014/main" id="{2CE9F2CD-ECD7-7BA4-1108-0F538F91D9ED}"/>
              </a:ext>
            </a:extLst>
          </p:cNvPr>
          <p:cNvSpPr txBox="1"/>
          <p:nvPr/>
        </p:nvSpPr>
        <p:spPr>
          <a:xfrm>
            <a:off x="6643169" y="4797874"/>
            <a:ext cx="5393084" cy="1477328"/>
          </a:xfrm>
          <a:prstGeom prst="rect">
            <a:avLst/>
          </a:prstGeom>
          <a:noFill/>
        </p:spPr>
        <p:txBody>
          <a:bodyPr wrap="square">
            <a:spAutoFit/>
          </a:bodyPr>
          <a:lstStyle/>
          <a:p>
            <a:pPr algn="just"/>
            <a:r>
              <a:rPr lang="en-US"/>
              <a:t>During a waited transfer, the Manager is permitted to change the address for IDLE transfers. When the HTRANS transfer type changes to NONSEQ, the Manager must keep the address constant until HREADY is HIGH.</a:t>
            </a:r>
          </a:p>
        </p:txBody>
      </p:sp>
    </p:spTree>
    <p:extLst>
      <p:ext uri="{BB962C8B-B14F-4D97-AF65-F5344CB8AC3E}">
        <p14:creationId xmlns:p14="http://schemas.microsoft.com/office/powerpoint/2010/main" val="3034804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6D5C-9D0E-14E7-7276-96B7D0180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86B5B-5CD0-845A-FC93-BE912AF5A7A7}"/>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DC398041-DB93-CADF-2EC2-E2F17501F384}"/>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68C20289-33C1-B474-AE72-DFB6A704A5FA}"/>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3E61E873-FC04-8DA7-50C7-3E6D9BE03316}"/>
              </a:ext>
            </a:extLst>
          </p:cNvPr>
          <p:cNvSpPr>
            <a:spLocks noGrp="1"/>
          </p:cNvSpPr>
          <p:nvPr>
            <p:ph type="sldNum" sz="quarter" idx="12"/>
          </p:nvPr>
        </p:nvSpPr>
        <p:spPr/>
        <p:txBody>
          <a:bodyPr/>
          <a:lstStyle/>
          <a:p>
            <a:fld id="{148CC95F-0247-41B6-91CF-DC97C76A7088}" type="slidenum">
              <a:rPr lang="en-US" smtClean="0"/>
              <a:t>33</a:t>
            </a:fld>
            <a:endParaRPr lang="en-US"/>
          </a:p>
        </p:txBody>
      </p:sp>
      <p:sp>
        <p:nvSpPr>
          <p:cNvPr id="3" name="Title 1">
            <a:extLst>
              <a:ext uri="{FF2B5EF4-FFF2-40B4-BE49-F238E27FC236}">
                <a16:creationId xmlns:a16="http://schemas.microsoft.com/office/drawing/2014/main" id="{799B7729-513B-9DC4-70FD-FF283697B56D}"/>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1.6. Waited transfers</a:t>
            </a:r>
            <a:endParaRPr lang="en-US" sz="2600" b="1" dirty="0"/>
          </a:p>
        </p:txBody>
      </p:sp>
      <p:sp>
        <p:nvSpPr>
          <p:cNvPr id="7" name="Title 1">
            <a:extLst>
              <a:ext uri="{FF2B5EF4-FFF2-40B4-BE49-F238E27FC236}">
                <a16:creationId xmlns:a16="http://schemas.microsoft.com/office/drawing/2014/main" id="{09E41ACA-9B3C-3173-AE7B-9D961CABDCC4}"/>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1.6.2. Address changes during wait states</a:t>
            </a:r>
            <a:endParaRPr lang="en-US" sz="2200" b="1" dirty="0"/>
          </a:p>
        </p:txBody>
      </p:sp>
      <p:graphicFrame>
        <p:nvGraphicFramePr>
          <p:cNvPr id="10" name="Table 9">
            <a:extLst>
              <a:ext uri="{FF2B5EF4-FFF2-40B4-BE49-F238E27FC236}">
                <a16:creationId xmlns:a16="http://schemas.microsoft.com/office/drawing/2014/main" id="{7D8A5C97-79C9-4613-3587-C2C04D79B070}"/>
              </a:ext>
            </a:extLst>
          </p:cNvPr>
          <p:cNvGraphicFramePr>
            <a:graphicFrameLocks noGrp="1"/>
          </p:cNvGraphicFramePr>
          <p:nvPr>
            <p:extLst>
              <p:ext uri="{D42A27DB-BD31-4B8C-83A1-F6EECF244321}">
                <p14:modId xmlns:p14="http://schemas.microsoft.com/office/powerpoint/2010/main" val="2983734364"/>
              </p:ext>
            </p:extLst>
          </p:nvPr>
        </p:nvGraphicFramePr>
        <p:xfrm>
          <a:off x="521208" y="2822457"/>
          <a:ext cx="6121961" cy="2545726"/>
        </p:xfrm>
        <a:graphic>
          <a:graphicData uri="http://schemas.openxmlformats.org/drawingml/2006/table">
            <a:tbl>
              <a:tblPr firstRow="1" bandRow="1">
                <a:tableStyleId>{073A0DAA-6AF3-43AB-8588-CEC1D06C72B9}</a:tableStyleId>
              </a:tblPr>
              <a:tblGrid>
                <a:gridCol w="692900">
                  <a:extLst>
                    <a:ext uri="{9D8B030D-6E8A-4147-A177-3AD203B41FA5}">
                      <a16:colId xmlns:a16="http://schemas.microsoft.com/office/drawing/2014/main" val="1973907758"/>
                    </a:ext>
                  </a:extLst>
                </a:gridCol>
                <a:gridCol w="5429061">
                  <a:extLst>
                    <a:ext uri="{9D8B030D-6E8A-4147-A177-3AD203B41FA5}">
                      <a16:colId xmlns:a16="http://schemas.microsoft.com/office/drawing/2014/main" val="1127729170"/>
                    </a:ext>
                  </a:extLst>
                </a:gridCol>
              </a:tblGrid>
              <a:tr h="273139">
                <a:tc>
                  <a:txBody>
                    <a:bodyPr/>
                    <a:lstStyle/>
                    <a:p>
                      <a:r>
                        <a:rPr lang="vi-VN" sz="1400"/>
                        <a:t>Cycle</a:t>
                      </a:r>
                      <a:endParaRPr lang="en-US" sz="1400"/>
                    </a:p>
                  </a:txBody>
                  <a:tcPr/>
                </a:tc>
                <a:tc>
                  <a:txBody>
                    <a:bodyPr/>
                    <a:lstStyle/>
                    <a:p>
                      <a:pPr algn="ctr"/>
                      <a:r>
                        <a:rPr lang="vi-VN" sz="1400"/>
                        <a:t>Descriptions</a:t>
                      </a:r>
                      <a:endParaRPr lang="en-US" sz="1400"/>
                    </a:p>
                  </a:txBody>
                  <a:tcPr/>
                </a:tc>
                <a:extLst>
                  <a:ext uri="{0D108BD9-81ED-4DB2-BD59-A6C34878D82A}">
                    <a16:rowId xmlns:a16="http://schemas.microsoft.com/office/drawing/2014/main" val="1645280715"/>
                  </a:ext>
                </a:extLst>
              </a:tr>
              <a:tr h="273139">
                <a:tc>
                  <a:txBody>
                    <a:bodyPr/>
                    <a:lstStyle/>
                    <a:p>
                      <a:r>
                        <a:rPr lang="vi-VN" sz="1400"/>
                        <a:t>T0-T1</a:t>
                      </a:r>
                      <a:endParaRPr lang="en-US" sz="1400"/>
                    </a:p>
                  </a:txBody>
                  <a:tcPr/>
                </a:tc>
                <a:tc>
                  <a:txBody>
                    <a:bodyPr/>
                    <a:lstStyle/>
                    <a:p>
                      <a:r>
                        <a:rPr lang="en-US" sz="1400"/>
                        <a:t>The Manager initiates the next beat of the burst to address 0x24.</a:t>
                      </a:r>
                    </a:p>
                  </a:txBody>
                  <a:tcPr/>
                </a:tc>
                <a:extLst>
                  <a:ext uri="{0D108BD9-81ED-4DB2-BD59-A6C34878D82A}">
                    <a16:rowId xmlns:a16="http://schemas.microsoft.com/office/drawing/2014/main" val="645153306"/>
                  </a:ext>
                </a:extLst>
              </a:tr>
              <a:tr h="381646">
                <a:tc>
                  <a:txBody>
                    <a:bodyPr/>
                    <a:lstStyle/>
                    <a:p>
                      <a:r>
                        <a:rPr lang="vi-VN" sz="1400"/>
                        <a:t>T1-T3</a:t>
                      </a:r>
                      <a:endParaRPr lang="en-US" sz="1400"/>
                    </a:p>
                  </a:txBody>
                  <a:tcPr/>
                </a:tc>
                <a:tc>
                  <a:txBody>
                    <a:bodyPr/>
                    <a:lstStyle/>
                    <a:p>
                      <a:r>
                        <a:rPr lang="en-US" sz="1400" dirty="0"/>
                        <a:t>The Manager initiates the next beat of the burst to address 0x28. The Subordinate responds with OKAY.</a:t>
                      </a:r>
                    </a:p>
                  </a:txBody>
                  <a:tcPr/>
                </a:tc>
                <a:extLst>
                  <a:ext uri="{0D108BD9-81ED-4DB2-BD59-A6C34878D82A}">
                    <a16:rowId xmlns:a16="http://schemas.microsoft.com/office/drawing/2014/main" val="1834508494"/>
                  </a:ext>
                </a:extLst>
              </a:tr>
              <a:tr h="381646">
                <a:tc>
                  <a:txBody>
                    <a:bodyPr/>
                    <a:lstStyle/>
                    <a:p>
                      <a:r>
                        <a:rPr lang="vi-VN" sz="1400"/>
                        <a:t>T3-T4</a:t>
                      </a:r>
                      <a:endParaRPr lang="en-US" sz="1400"/>
                    </a:p>
                  </a:txBody>
                  <a:tcPr/>
                </a:tc>
                <a:tc>
                  <a:txBody>
                    <a:bodyPr/>
                    <a:lstStyle/>
                    <a:p>
                      <a:r>
                        <a:rPr lang="en-US" sz="1400"/>
                        <a:t>The Subordinate responds with ERROR.</a:t>
                      </a:r>
                    </a:p>
                  </a:txBody>
                  <a:tcPr/>
                </a:tc>
                <a:extLst>
                  <a:ext uri="{0D108BD9-81ED-4DB2-BD59-A6C34878D82A}">
                    <a16:rowId xmlns:a16="http://schemas.microsoft.com/office/drawing/2014/main" val="2717042284"/>
                  </a:ext>
                </a:extLst>
              </a:tr>
              <a:tr h="273139">
                <a:tc>
                  <a:txBody>
                    <a:bodyPr/>
                    <a:lstStyle/>
                    <a:p>
                      <a:r>
                        <a:rPr lang="vi-VN" sz="1400"/>
                        <a:t>T4-T5</a:t>
                      </a:r>
                      <a:endParaRPr lang="en-US" sz="1400"/>
                    </a:p>
                  </a:txBody>
                  <a:tcPr/>
                </a:tc>
                <a:tc>
                  <a:txBody>
                    <a:bodyPr/>
                    <a:lstStyle/>
                    <a:p>
                      <a:r>
                        <a:rPr lang="en-US" sz="1400"/>
                        <a:t>The Manager changes the transfer type to IDLE and is permitted to change the address while HREADY is LOW.</a:t>
                      </a:r>
                      <a:r>
                        <a:rPr lang="vi-VN" sz="1400"/>
                        <a:t> </a:t>
                      </a:r>
                      <a:r>
                        <a:rPr lang="en-US" sz="1400"/>
                        <a:t>The Subordinate completes the ERROR response.</a:t>
                      </a:r>
                    </a:p>
                  </a:txBody>
                  <a:tcPr/>
                </a:tc>
                <a:extLst>
                  <a:ext uri="{0D108BD9-81ED-4DB2-BD59-A6C34878D82A}">
                    <a16:rowId xmlns:a16="http://schemas.microsoft.com/office/drawing/2014/main" val="3321518930"/>
                  </a:ext>
                </a:extLst>
              </a:tr>
              <a:tr h="273139">
                <a:tc>
                  <a:txBody>
                    <a:bodyPr/>
                    <a:lstStyle/>
                    <a:p>
                      <a:r>
                        <a:rPr lang="vi-VN" sz="1400"/>
                        <a:t>T5-T6</a:t>
                      </a:r>
                      <a:endParaRPr lang="en-US" sz="1400"/>
                    </a:p>
                  </a:txBody>
                  <a:tcPr/>
                </a:tc>
                <a:tc>
                  <a:txBody>
                    <a:bodyPr/>
                    <a:lstStyle/>
                    <a:p>
                      <a:r>
                        <a:rPr lang="en-US" sz="1400" dirty="0"/>
                        <a:t>The Subordinate at address 0xC0 responds with OKAY.</a:t>
                      </a:r>
                    </a:p>
                  </a:txBody>
                  <a:tcPr/>
                </a:tc>
                <a:extLst>
                  <a:ext uri="{0D108BD9-81ED-4DB2-BD59-A6C34878D82A}">
                    <a16:rowId xmlns:a16="http://schemas.microsoft.com/office/drawing/2014/main" val="2731034808"/>
                  </a:ext>
                </a:extLst>
              </a:tr>
            </a:tbl>
          </a:graphicData>
        </a:graphic>
      </p:graphicFrame>
      <p:pic>
        <p:nvPicPr>
          <p:cNvPr id="12" name="Picture 11">
            <a:extLst>
              <a:ext uri="{FF2B5EF4-FFF2-40B4-BE49-F238E27FC236}">
                <a16:creationId xmlns:a16="http://schemas.microsoft.com/office/drawing/2014/main" id="{9B1BF94A-6074-2FA8-45D2-1468E385D991}"/>
              </a:ext>
            </a:extLst>
          </p:cNvPr>
          <p:cNvPicPr>
            <a:picLocks noChangeAspect="1"/>
          </p:cNvPicPr>
          <p:nvPr/>
        </p:nvPicPr>
        <p:blipFill>
          <a:blip r:embed="rId2"/>
          <a:stretch>
            <a:fillRect/>
          </a:stretch>
        </p:blipFill>
        <p:spPr>
          <a:xfrm>
            <a:off x="6777938" y="2822457"/>
            <a:ext cx="5149599" cy="2111914"/>
          </a:xfrm>
          <a:prstGeom prst="rect">
            <a:avLst/>
          </a:prstGeom>
        </p:spPr>
      </p:pic>
      <p:sp>
        <p:nvSpPr>
          <p:cNvPr id="13" name="TextBox 12">
            <a:extLst>
              <a:ext uri="{FF2B5EF4-FFF2-40B4-BE49-F238E27FC236}">
                <a16:creationId xmlns:a16="http://schemas.microsoft.com/office/drawing/2014/main" id="{418B9919-CC3C-8571-CD13-B22C384BFD0A}"/>
              </a:ext>
            </a:extLst>
          </p:cNvPr>
          <p:cNvSpPr txBox="1"/>
          <p:nvPr/>
        </p:nvSpPr>
        <p:spPr>
          <a:xfrm>
            <a:off x="521207" y="5726186"/>
            <a:ext cx="11406329" cy="646331"/>
          </a:xfrm>
          <a:prstGeom prst="rect">
            <a:avLst/>
          </a:prstGeom>
          <a:noFill/>
        </p:spPr>
        <p:txBody>
          <a:bodyPr wrap="square">
            <a:spAutoFit/>
          </a:bodyPr>
          <a:lstStyle/>
          <a:p>
            <a:r>
              <a:rPr lang="en-US"/>
              <a:t>During a waited transfer, if the Subordinate responds with an ERROR response, then the Manager is permitted to change the address when HREADY is LOW. </a:t>
            </a:r>
          </a:p>
        </p:txBody>
      </p:sp>
    </p:spTree>
    <p:extLst>
      <p:ext uri="{BB962C8B-B14F-4D97-AF65-F5344CB8AC3E}">
        <p14:creationId xmlns:p14="http://schemas.microsoft.com/office/powerpoint/2010/main" val="3835064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DF266-4F5E-E490-34E0-01DF162E4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082D9-2494-6C42-2794-8AE7F0EBA673}"/>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DA83F057-2C56-32B9-465E-ED753F751972}"/>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332BB556-0BA8-4308-0549-64B183A2B0EE}"/>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BE16ADB-0B2B-0A42-A506-DA6CEE277C68}"/>
              </a:ext>
            </a:extLst>
          </p:cNvPr>
          <p:cNvSpPr>
            <a:spLocks noGrp="1"/>
          </p:cNvSpPr>
          <p:nvPr>
            <p:ph type="sldNum" sz="quarter" idx="12"/>
          </p:nvPr>
        </p:nvSpPr>
        <p:spPr/>
        <p:txBody>
          <a:bodyPr/>
          <a:lstStyle/>
          <a:p>
            <a:fld id="{148CC95F-0247-41B6-91CF-DC97C76A7088}" type="slidenum">
              <a:rPr lang="en-US" smtClean="0"/>
              <a:t>34</a:t>
            </a:fld>
            <a:endParaRPr lang="en-US"/>
          </a:p>
        </p:txBody>
      </p:sp>
      <p:sp>
        <p:nvSpPr>
          <p:cNvPr id="3" name="Title 1">
            <a:extLst>
              <a:ext uri="{FF2B5EF4-FFF2-40B4-BE49-F238E27FC236}">
                <a16:creationId xmlns:a16="http://schemas.microsoft.com/office/drawing/2014/main" id="{05B04E3F-4B7A-C15D-FD18-66CD880E7F32}"/>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1.8. Subordinate Response Signaling</a:t>
            </a:r>
            <a:endParaRPr lang="en-US" sz="2600" b="1" dirty="0"/>
          </a:p>
        </p:txBody>
      </p:sp>
      <p:sp>
        <p:nvSpPr>
          <p:cNvPr id="4" name="TextBox 3">
            <a:extLst>
              <a:ext uri="{FF2B5EF4-FFF2-40B4-BE49-F238E27FC236}">
                <a16:creationId xmlns:a16="http://schemas.microsoft.com/office/drawing/2014/main" id="{D7260479-EB26-8477-8373-795B925ECC11}"/>
              </a:ext>
            </a:extLst>
          </p:cNvPr>
          <p:cNvSpPr txBox="1"/>
          <p:nvPr/>
        </p:nvSpPr>
        <p:spPr>
          <a:xfrm>
            <a:off x="533399" y="2202878"/>
            <a:ext cx="11125201" cy="646331"/>
          </a:xfrm>
          <a:prstGeom prst="rect">
            <a:avLst/>
          </a:prstGeom>
          <a:noFill/>
        </p:spPr>
        <p:txBody>
          <a:bodyPr wrap="square">
            <a:spAutoFit/>
          </a:bodyPr>
          <a:lstStyle/>
          <a:p>
            <a:r>
              <a:rPr lang="en-US" dirty="0"/>
              <a:t>After a Manager has started a transfer, the Subordinate controls how the transfer progresses. A Manager cannot cancel a transfer after it has commenced.</a:t>
            </a:r>
          </a:p>
        </p:txBody>
      </p:sp>
      <p:sp>
        <p:nvSpPr>
          <p:cNvPr id="5" name="TextBox 4">
            <a:extLst>
              <a:ext uri="{FF2B5EF4-FFF2-40B4-BE49-F238E27FC236}">
                <a16:creationId xmlns:a16="http://schemas.microsoft.com/office/drawing/2014/main" id="{B09D79F9-0CF3-23F8-0779-B069B108CB39}"/>
              </a:ext>
            </a:extLst>
          </p:cNvPr>
          <p:cNvSpPr txBox="1"/>
          <p:nvPr/>
        </p:nvSpPr>
        <p:spPr>
          <a:xfrm>
            <a:off x="533400" y="3125215"/>
            <a:ext cx="11125200" cy="646331"/>
          </a:xfrm>
          <a:prstGeom prst="rect">
            <a:avLst/>
          </a:prstGeom>
          <a:noFill/>
        </p:spPr>
        <p:txBody>
          <a:bodyPr wrap="square">
            <a:spAutoFit/>
          </a:bodyPr>
          <a:lstStyle/>
          <a:p>
            <a:r>
              <a:rPr lang="en-US"/>
              <a:t>A Subordinate must provide a response that indicates the status of the transfer when it is accessed. The transfer status is provided by the HRESP signal. </a:t>
            </a:r>
          </a:p>
        </p:txBody>
      </p:sp>
      <p:graphicFrame>
        <p:nvGraphicFramePr>
          <p:cNvPr id="6" name="Table 5">
            <a:extLst>
              <a:ext uri="{FF2B5EF4-FFF2-40B4-BE49-F238E27FC236}">
                <a16:creationId xmlns:a16="http://schemas.microsoft.com/office/drawing/2014/main" id="{DC3BA66A-B6A1-0C9C-79BD-5A9DC24E90EC}"/>
              </a:ext>
            </a:extLst>
          </p:cNvPr>
          <p:cNvGraphicFramePr>
            <a:graphicFrameLocks noGrp="1"/>
          </p:cNvGraphicFramePr>
          <p:nvPr>
            <p:extLst>
              <p:ext uri="{D42A27DB-BD31-4B8C-83A1-F6EECF244321}">
                <p14:modId xmlns:p14="http://schemas.microsoft.com/office/powerpoint/2010/main" val="2918590853"/>
              </p:ext>
            </p:extLst>
          </p:nvPr>
        </p:nvGraphicFramePr>
        <p:xfrm>
          <a:off x="533399" y="4156753"/>
          <a:ext cx="6540260" cy="2213610"/>
        </p:xfrm>
        <a:graphic>
          <a:graphicData uri="http://schemas.openxmlformats.org/drawingml/2006/table">
            <a:tbl>
              <a:tblPr firstRow="1" bandRow="1">
                <a:tableStyleId>{073A0DAA-6AF3-43AB-8588-CEC1D06C72B9}</a:tableStyleId>
              </a:tblPr>
              <a:tblGrid>
                <a:gridCol w="984365">
                  <a:extLst>
                    <a:ext uri="{9D8B030D-6E8A-4147-A177-3AD203B41FA5}">
                      <a16:colId xmlns:a16="http://schemas.microsoft.com/office/drawing/2014/main" val="937800916"/>
                    </a:ext>
                  </a:extLst>
                </a:gridCol>
                <a:gridCol w="1124602">
                  <a:extLst>
                    <a:ext uri="{9D8B030D-6E8A-4147-A177-3AD203B41FA5}">
                      <a16:colId xmlns:a16="http://schemas.microsoft.com/office/drawing/2014/main" val="2927029367"/>
                    </a:ext>
                  </a:extLst>
                </a:gridCol>
                <a:gridCol w="4431293">
                  <a:extLst>
                    <a:ext uri="{9D8B030D-6E8A-4147-A177-3AD203B41FA5}">
                      <a16:colId xmlns:a16="http://schemas.microsoft.com/office/drawing/2014/main" val="939195079"/>
                    </a:ext>
                  </a:extLst>
                </a:gridCol>
              </a:tblGrid>
              <a:tr h="140780">
                <a:tc>
                  <a:txBody>
                    <a:bodyPr/>
                    <a:lstStyle/>
                    <a:p>
                      <a:pPr algn="ctr"/>
                      <a:r>
                        <a:rPr lang="vi-VN" sz="1400"/>
                        <a:t>HRESP</a:t>
                      </a:r>
                      <a:endParaRPr lang="en-US" sz="1400">
                        <a:latin typeface="+mj-lt"/>
                      </a:endParaRPr>
                    </a:p>
                  </a:txBody>
                  <a:tcPr/>
                </a:tc>
                <a:tc>
                  <a:txBody>
                    <a:bodyPr/>
                    <a:lstStyle/>
                    <a:p>
                      <a:pPr algn="ctr"/>
                      <a:r>
                        <a:rPr lang="vi-VN" sz="1400" dirty="0"/>
                        <a:t>Response</a:t>
                      </a:r>
                      <a:endParaRPr lang="en-US" sz="1400" dirty="0">
                        <a:latin typeface="+mj-lt"/>
                      </a:endParaRPr>
                    </a:p>
                  </a:txBody>
                  <a:tcPr/>
                </a:tc>
                <a:tc>
                  <a:txBody>
                    <a:bodyPr/>
                    <a:lstStyle/>
                    <a:p>
                      <a:pPr algn="ctr"/>
                      <a:r>
                        <a:rPr lang="vi-VN" sz="1400"/>
                        <a:t>Descriptions</a:t>
                      </a:r>
                      <a:endParaRPr lang="en-US" sz="1400">
                        <a:latin typeface="+mj-lt"/>
                      </a:endParaRPr>
                    </a:p>
                  </a:txBody>
                  <a:tcPr/>
                </a:tc>
                <a:extLst>
                  <a:ext uri="{0D108BD9-81ED-4DB2-BD59-A6C34878D82A}">
                    <a16:rowId xmlns:a16="http://schemas.microsoft.com/office/drawing/2014/main" val="99632705"/>
                  </a:ext>
                </a:extLst>
              </a:tr>
              <a:tr h="160481">
                <a:tc>
                  <a:txBody>
                    <a:bodyPr/>
                    <a:lstStyle/>
                    <a:p>
                      <a:pPr algn="ctr"/>
                      <a:r>
                        <a:rPr lang="vi-VN" sz="1400"/>
                        <a:t>0</a:t>
                      </a:r>
                      <a:endParaRPr lang="en-US" sz="1400">
                        <a:latin typeface="+mj-lt"/>
                      </a:endParaRPr>
                    </a:p>
                  </a:txBody>
                  <a:tcPr/>
                </a:tc>
                <a:tc>
                  <a:txBody>
                    <a:bodyPr/>
                    <a:lstStyle/>
                    <a:p>
                      <a:pPr algn="ctr" fontAlgn="t">
                        <a:lnSpc>
                          <a:spcPts val="1500"/>
                        </a:lnSpc>
                        <a:buNone/>
                      </a:pPr>
                      <a:r>
                        <a:rPr lang="vi-VN" sz="1400" b="0">
                          <a:effectLst/>
                        </a:rPr>
                        <a:t>OKAY</a:t>
                      </a:r>
                      <a:endParaRPr lang="en-US" sz="1400" b="0" i="0">
                        <a:effectLst/>
                        <a:latin typeface="+mj-lt"/>
                      </a:endParaRPr>
                    </a:p>
                  </a:txBody>
                  <a:tcPr/>
                </a:tc>
                <a:tc>
                  <a:txBody>
                    <a:bodyPr/>
                    <a:lstStyle/>
                    <a:p>
                      <a:pPr algn="just" fontAlgn="t">
                        <a:lnSpc>
                          <a:spcPts val="1500"/>
                        </a:lnSpc>
                        <a:buNone/>
                      </a:pPr>
                      <a:r>
                        <a:rPr lang="en-US" sz="1400"/>
                        <a:t>The transfer has either completed successfully or additional cycles are required for the Subordinate to complete the request. The HREADY signal indicates whether the transfer is pending or complete.</a:t>
                      </a:r>
                      <a:endParaRPr lang="en-US" sz="1400" b="0" i="0">
                        <a:effectLst/>
                        <a:latin typeface="+mj-lt"/>
                      </a:endParaRPr>
                    </a:p>
                  </a:txBody>
                  <a:tcPr/>
                </a:tc>
                <a:extLst>
                  <a:ext uri="{0D108BD9-81ED-4DB2-BD59-A6C34878D82A}">
                    <a16:rowId xmlns:a16="http://schemas.microsoft.com/office/drawing/2014/main" val="2795284242"/>
                  </a:ext>
                </a:extLst>
              </a:tr>
              <a:tr h="147260">
                <a:tc>
                  <a:txBody>
                    <a:bodyPr/>
                    <a:lstStyle/>
                    <a:p>
                      <a:pPr algn="ctr"/>
                      <a:r>
                        <a:rPr lang="vi-VN" sz="1400"/>
                        <a:t>1</a:t>
                      </a:r>
                      <a:endParaRPr lang="en-US" sz="1400">
                        <a:latin typeface="+mj-lt"/>
                      </a:endParaRPr>
                    </a:p>
                  </a:txBody>
                  <a:tcPr/>
                </a:tc>
                <a:tc>
                  <a:txBody>
                    <a:bodyPr/>
                    <a:lstStyle/>
                    <a:p>
                      <a:pPr algn="ctr" fontAlgn="t">
                        <a:lnSpc>
                          <a:spcPts val="1500"/>
                        </a:lnSpc>
                        <a:buNone/>
                      </a:pPr>
                      <a:r>
                        <a:rPr lang="vi-VN" sz="1400" b="0">
                          <a:effectLst/>
                        </a:rPr>
                        <a:t>ERROR</a:t>
                      </a:r>
                      <a:endParaRPr lang="en-US" sz="1400" b="0" i="0">
                        <a:effectLst/>
                        <a:latin typeface="+mj-lt"/>
                      </a:endParaRPr>
                    </a:p>
                  </a:txBody>
                  <a:tcPr/>
                </a:tc>
                <a:tc>
                  <a:txBody>
                    <a:bodyPr/>
                    <a:lstStyle/>
                    <a:p>
                      <a:pPr algn="just" fontAlgn="t">
                        <a:lnSpc>
                          <a:spcPts val="1500"/>
                        </a:lnSpc>
                        <a:buNone/>
                      </a:pPr>
                      <a:r>
                        <a:rPr lang="en-US" sz="1400" dirty="0"/>
                        <a:t>An error has occurred during the transfer. The error condition must be signaled to the Manager so that it is aware the transfer has been unsuccessful. A two-cycle response is required for an error condition with HREADY being asserted in the second cycle.</a:t>
                      </a:r>
                      <a:endParaRPr lang="en-US" sz="1400" b="0" i="0" dirty="0">
                        <a:effectLst/>
                        <a:latin typeface="+mj-lt"/>
                      </a:endParaRPr>
                    </a:p>
                  </a:txBody>
                  <a:tcPr/>
                </a:tc>
                <a:extLst>
                  <a:ext uri="{0D108BD9-81ED-4DB2-BD59-A6C34878D82A}">
                    <a16:rowId xmlns:a16="http://schemas.microsoft.com/office/drawing/2014/main" val="4086146668"/>
                  </a:ext>
                </a:extLst>
              </a:tr>
            </a:tbl>
          </a:graphicData>
        </a:graphic>
      </p:graphicFrame>
      <p:pic>
        <p:nvPicPr>
          <p:cNvPr id="10" name="Picture 9">
            <a:extLst>
              <a:ext uri="{FF2B5EF4-FFF2-40B4-BE49-F238E27FC236}">
                <a16:creationId xmlns:a16="http://schemas.microsoft.com/office/drawing/2014/main" id="{C29D3F9B-60F2-392E-4E0C-AA17E5BDAB48}"/>
              </a:ext>
            </a:extLst>
          </p:cNvPr>
          <p:cNvPicPr>
            <a:picLocks noChangeAspect="1"/>
          </p:cNvPicPr>
          <p:nvPr/>
        </p:nvPicPr>
        <p:blipFill>
          <a:blip r:embed="rId2"/>
          <a:stretch>
            <a:fillRect/>
          </a:stretch>
        </p:blipFill>
        <p:spPr>
          <a:xfrm>
            <a:off x="7134643" y="4196809"/>
            <a:ext cx="4985286" cy="1752693"/>
          </a:xfrm>
          <a:prstGeom prst="rect">
            <a:avLst/>
          </a:prstGeom>
        </p:spPr>
      </p:pic>
    </p:spTree>
    <p:extLst>
      <p:ext uri="{BB962C8B-B14F-4D97-AF65-F5344CB8AC3E}">
        <p14:creationId xmlns:p14="http://schemas.microsoft.com/office/powerpoint/2010/main" val="3961928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0108-6D05-5BE6-B527-70F6F5AE1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A7998-2E86-FE38-4970-E470B3B497EF}"/>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1571D753-D74E-15E3-86F6-FB629EAB302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26F2ECB4-5D53-B0A3-56A3-41915AB9714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AACD8EA-9965-A269-1D38-3860259A50B7}"/>
              </a:ext>
            </a:extLst>
          </p:cNvPr>
          <p:cNvSpPr>
            <a:spLocks noGrp="1"/>
          </p:cNvSpPr>
          <p:nvPr>
            <p:ph type="sldNum" sz="quarter" idx="12"/>
          </p:nvPr>
        </p:nvSpPr>
        <p:spPr/>
        <p:txBody>
          <a:bodyPr/>
          <a:lstStyle/>
          <a:p>
            <a:fld id="{148CC95F-0247-41B6-91CF-DC97C76A7088}" type="slidenum">
              <a:rPr lang="en-US" smtClean="0"/>
              <a:t>35</a:t>
            </a:fld>
            <a:endParaRPr lang="en-US"/>
          </a:p>
        </p:txBody>
      </p:sp>
      <p:sp>
        <p:nvSpPr>
          <p:cNvPr id="3" name="Title 1">
            <a:extLst>
              <a:ext uri="{FF2B5EF4-FFF2-40B4-BE49-F238E27FC236}">
                <a16:creationId xmlns:a16="http://schemas.microsoft.com/office/drawing/2014/main" id="{AE6F6B98-2A95-924C-D165-04570E9430AE}"/>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1.8. Subordinate Response Signaling</a:t>
            </a:r>
            <a:endParaRPr lang="en-US" sz="2600" b="1" dirty="0"/>
          </a:p>
        </p:txBody>
      </p:sp>
      <p:sp>
        <p:nvSpPr>
          <p:cNvPr id="4" name="TextBox 3">
            <a:extLst>
              <a:ext uri="{FF2B5EF4-FFF2-40B4-BE49-F238E27FC236}">
                <a16:creationId xmlns:a16="http://schemas.microsoft.com/office/drawing/2014/main" id="{15D73B39-8B5D-02E1-8516-5D11856C7912}"/>
              </a:ext>
            </a:extLst>
          </p:cNvPr>
          <p:cNvSpPr txBox="1"/>
          <p:nvPr/>
        </p:nvSpPr>
        <p:spPr>
          <a:xfrm>
            <a:off x="652270" y="2772873"/>
            <a:ext cx="11125201" cy="369332"/>
          </a:xfrm>
          <a:prstGeom prst="rect">
            <a:avLst/>
          </a:prstGeom>
          <a:noFill/>
        </p:spPr>
        <p:txBody>
          <a:bodyPr wrap="square">
            <a:spAutoFit/>
          </a:bodyPr>
          <a:lstStyle/>
          <a:p>
            <a:r>
              <a:rPr lang="en-US" dirty="0"/>
              <a:t>A successful completed transfer is signaled when </a:t>
            </a:r>
            <a:r>
              <a:rPr lang="en-US" b="1" dirty="0"/>
              <a:t>HREADY</a:t>
            </a:r>
            <a:r>
              <a:rPr lang="en-US" dirty="0"/>
              <a:t> is HIGH and </a:t>
            </a:r>
            <a:r>
              <a:rPr lang="en-US" b="1" dirty="0"/>
              <a:t>HRESP</a:t>
            </a:r>
            <a:r>
              <a:rPr lang="en-US" dirty="0"/>
              <a:t> is OKAY.</a:t>
            </a:r>
          </a:p>
        </p:txBody>
      </p:sp>
      <p:sp>
        <p:nvSpPr>
          <p:cNvPr id="5" name="Title 1">
            <a:extLst>
              <a:ext uri="{FF2B5EF4-FFF2-40B4-BE49-F238E27FC236}">
                <a16:creationId xmlns:a16="http://schemas.microsoft.com/office/drawing/2014/main" id="{2D523D1A-7AB1-EEA1-BA2F-EB133B31338D}"/>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1.8.1. Transfer done</a:t>
            </a:r>
            <a:endParaRPr lang="en-US" sz="2200" b="1" dirty="0"/>
          </a:p>
        </p:txBody>
      </p:sp>
    </p:spTree>
    <p:extLst>
      <p:ext uri="{BB962C8B-B14F-4D97-AF65-F5344CB8AC3E}">
        <p14:creationId xmlns:p14="http://schemas.microsoft.com/office/powerpoint/2010/main" val="3008003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BC236-1FE7-4380-8B43-71A78406D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534AA-339D-2067-599A-7E983EF0885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CC1A0B2A-08D9-2798-125A-360A0657C494}"/>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CC55A35D-F9AC-B6A8-02FC-5FDDCC506E4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3508D41-0B0A-DE78-D3E8-B6E80969AEF9}"/>
              </a:ext>
            </a:extLst>
          </p:cNvPr>
          <p:cNvSpPr>
            <a:spLocks noGrp="1"/>
          </p:cNvSpPr>
          <p:nvPr>
            <p:ph type="sldNum" sz="quarter" idx="12"/>
          </p:nvPr>
        </p:nvSpPr>
        <p:spPr/>
        <p:txBody>
          <a:bodyPr/>
          <a:lstStyle/>
          <a:p>
            <a:fld id="{148CC95F-0247-41B6-91CF-DC97C76A7088}" type="slidenum">
              <a:rPr lang="en-US" smtClean="0"/>
              <a:t>36</a:t>
            </a:fld>
            <a:endParaRPr lang="en-US"/>
          </a:p>
        </p:txBody>
      </p:sp>
      <p:sp>
        <p:nvSpPr>
          <p:cNvPr id="3" name="Title 1">
            <a:extLst>
              <a:ext uri="{FF2B5EF4-FFF2-40B4-BE49-F238E27FC236}">
                <a16:creationId xmlns:a16="http://schemas.microsoft.com/office/drawing/2014/main" id="{319C2E2D-2C18-2E63-D096-540FDD9ED009}"/>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1.8. Subordinate Response Signaling</a:t>
            </a:r>
            <a:endParaRPr lang="en-US" sz="2600" b="1" dirty="0"/>
          </a:p>
        </p:txBody>
      </p:sp>
      <p:sp>
        <p:nvSpPr>
          <p:cNvPr id="5" name="Title 1">
            <a:extLst>
              <a:ext uri="{FF2B5EF4-FFF2-40B4-BE49-F238E27FC236}">
                <a16:creationId xmlns:a16="http://schemas.microsoft.com/office/drawing/2014/main" id="{493A8F60-B4B5-FF8B-31E4-6DC9C4984151}"/>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1.8.2. Transfer pending</a:t>
            </a:r>
            <a:endParaRPr lang="en-US" sz="2200" b="1" dirty="0"/>
          </a:p>
        </p:txBody>
      </p:sp>
      <p:sp>
        <p:nvSpPr>
          <p:cNvPr id="6" name="TextBox 5">
            <a:extLst>
              <a:ext uri="{FF2B5EF4-FFF2-40B4-BE49-F238E27FC236}">
                <a16:creationId xmlns:a16="http://schemas.microsoft.com/office/drawing/2014/main" id="{3AD130D7-4AF7-1D10-B059-3A3F55C8972E}"/>
              </a:ext>
            </a:extLst>
          </p:cNvPr>
          <p:cNvSpPr txBox="1"/>
          <p:nvPr/>
        </p:nvSpPr>
        <p:spPr>
          <a:xfrm>
            <a:off x="521208" y="3091819"/>
            <a:ext cx="11125202" cy="1477328"/>
          </a:xfrm>
          <a:prstGeom prst="rect">
            <a:avLst/>
          </a:prstGeom>
          <a:noFill/>
        </p:spPr>
        <p:txBody>
          <a:bodyPr wrap="square">
            <a:spAutoFit/>
          </a:bodyPr>
          <a:lstStyle/>
          <a:p>
            <a:pPr algn="just"/>
            <a:r>
              <a:rPr lang="en-US" dirty="0"/>
              <a:t>A typical Subordinate uses </a:t>
            </a:r>
            <a:r>
              <a:rPr lang="en-US" b="1" dirty="0"/>
              <a:t>HREADY</a:t>
            </a:r>
            <a:r>
              <a:rPr lang="en-US" dirty="0"/>
              <a:t> to insert the appropriate number of wait states into the data phase of the transfer. The transfer then completes with </a:t>
            </a:r>
            <a:r>
              <a:rPr lang="en-US" b="1" dirty="0"/>
              <a:t>HREADY </a:t>
            </a:r>
            <a:r>
              <a:rPr lang="en-US" dirty="0"/>
              <a:t>HIGH and an OKAY response to indicate the successful completion of the transfer. </a:t>
            </a:r>
            <a:endParaRPr lang="vi-VN" dirty="0"/>
          </a:p>
          <a:p>
            <a:pPr algn="just"/>
            <a:r>
              <a:rPr lang="en-US" dirty="0"/>
              <a:t>When a Subordinate inserts a number of wait states prior to completing the response, it must drive </a:t>
            </a:r>
            <a:r>
              <a:rPr lang="en-US" b="1" dirty="0"/>
              <a:t>HRESP</a:t>
            </a:r>
            <a:r>
              <a:rPr lang="en-US" dirty="0"/>
              <a:t> to OKAY.</a:t>
            </a:r>
          </a:p>
        </p:txBody>
      </p:sp>
      <p:sp>
        <p:nvSpPr>
          <p:cNvPr id="7" name="TextBox 6">
            <a:extLst>
              <a:ext uri="{FF2B5EF4-FFF2-40B4-BE49-F238E27FC236}">
                <a16:creationId xmlns:a16="http://schemas.microsoft.com/office/drawing/2014/main" id="{4B527348-972B-1B56-BEB1-99FB566425A6}"/>
              </a:ext>
            </a:extLst>
          </p:cNvPr>
          <p:cNvSpPr txBox="1"/>
          <p:nvPr/>
        </p:nvSpPr>
        <p:spPr>
          <a:xfrm>
            <a:off x="521208" y="4750870"/>
            <a:ext cx="11125202" cy="1200329"/>
          </a:xfrm>
          <a:prstGeom prst="rect">
            <a:avLst/>
          </a:prstGeom>
          <a:noFill/>
        </p:spPr>
        <p:txBody>
          <a:bodyPr wrap="square">
            <a:spAutoFit/>
          </a:bodyPr>
          <a:lstStyle/>
          <a:p>
            <a:pPr algn="just"/>
            <a:r>
              <a:rPr lang="vi-VN" b="1" dirty="0"/>
              <a:t>Note: </a:t>
            </a:r>
            <a:r>
              <a:rPr lang="en-US" dirty="0"/>
              <a:t>In general, every Subordinate must have a predetermined maximum number of wait states that it inserts before it completes a transfer. This enables the maximum latency for accessing the bus to be calculated. Inserting wait states stalls the entire AHB interface, so long periods of wait states can have a negative impact on the system performance.</a:t>
            </a:r>
          </a:p>
        </p:txBody>
      </p:sp>
    </p:spTree>
    <p:extLst>
      <p:ext uri="{BB962C8B-B14F-4D97-AF65-F5344CB8AC3E}">
        <p14:creationId xmlns:p14="http://schemas.microsoft.com/office/powerpoint/2010/main" val="2856379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1F32-FB95-DC3C-4513-79774B046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3CF3E-5BD3-A450-3CE6-9B3AFF0B45F1}"/>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82BD398C-4768-974D-4F42-2EA11572CE6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B9F27897-17A2-7C0C-1E3D-D0CBEA8D9B4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5BC8CF5-851E-73E7-01E0-7AADAABE9B2A}"/>
              </a:ext>
            </a:extLst>
          </p:cNvPr>
          <p:cNvSpPr>
            <a:spLocks noGrp="1"/>
          </p:cNvSpPr>
          <p:nvPr>
            <p:ph type="sldNum" sz="quarter" idx="12"/>
          </p:nvPr>
        </p:nvSpPr>
        <p:spPr/>
        <p:txBody>
          <a:bodyPr/>
          <a:lstStyle/>
          <a:p>
            <a:fld id="{148CC95F-0247-41B6-91CF-DC97C76A7088}" type="slidenum">
              <a:rPr lang="en-US" smtClean="0"/>
              <a:t>37</a:t>
            </a:fld>
            <a:endParaRPr lang="en-US"/>
          </a:p>
        </p:txBody>
      </p:sp>
      <p:sp>
        <p:nvSpPr>
          <p:cNvPr id="3" name="Title 1">
            <a:extLst>
              <a:ext uri="{FF2B5EF4-FFF2-40B4-BE49-F238E27FC236}">
                <a16:creationId xmlns:a16="http://schemas.microsoft.com/office/drawing/2014/main" id="{3D4B58CD-7096-AE34-06A5-29FEDC560537}"/>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1.8. Subordinate Response Signaling</a:t>
            </a:r>
            <a:endParaRPr lang="en-US" sz="2600" b="1" dirty="0"/>
          </a:p>
        </p:txBody>
      </p:sp>
      <p:sp>
        <p:nvSpPr>
          <p:cNvPr id="5" name="Title 1">
            <a:extLst>
              <a:ext uri="{FF2B5EF4-FFF2-40B4-BE49-F238E27FC236}">
                <a16:creationId xmlns:a16="http://schemas.microsoft.com/office/drawing/2014/main" id="{17F40513-04F6-94E2-2ACA-C4DBB795C4E1}"/>
              </a:ext>
            </a:extLst>
          </p:cNvPr>
          <p:cNvSpPr txBox="1">
            <a:spLocks/>
          </p:cNvSpPr>
          <p:nvPr/>
        </p:nvSpPr>
        <p:spPr>
          <a:xfrm>
            <a:off x="689043" y="2198740"/>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200" b="1" dirty="0"/>
              <a:t>1.8.3. ERROR response</a:t>
            </a:r>
            <a:endParaRPr lang="en-US" sz="2200" b="1" dirty="0"/>
          </a:p>
        </p:txBody>
      </p:sp>
      <p:pic>
        <p:nvPicPr>
          <p:cNvPr id="4" name="Picture 3">
            <a:extLst>
              <a:ext uri="{FF2B5EF4-FFF2-40B4-BE49-F238E27FC236}">
                <a16:creationId xmlns:a16="http://schemas.microsoft.com/office/drawing/2014/main" id="{D7BFE46C-C03F-DE5B-AA17-A26AC5BF15DC}"/>
              </a:ext>
            </a:extLst>
          </p:cNvPr>
          <p:cNvPicPr>
            <a:picLocks noChangeAspect="1"/>
          </p:cNvPicPr>
          <p:nvPr/>
        </p:nvPicPr>
        <p:blipFill>
          <a:blip r:embed="rId2"/>
          <a:stretch>
            <a:fillRect/>
          </a:stretch>
        </p:blipFill>
        <p:spPr>
          <a:xfrm>
            <a:off x="6890166" y="2800269"/>
            <a:ext cx="5207346" cy="1961886"/>
          </a:xfrm>
          <a:prstGeom prst="rect">
            <a:avLst/>
          </a:prstGeom>
        </p:spPr>
      </p:pic>
      <p:graphicFrame>
        <p:nvGraphicFramePr>
          <p:cNvPr id="10" name="Table 9">
            <a:extLst>
              <a:ext uri="{FF2B5EF4-FFF2-40B4-BE49-F238E27FC236}">
                <a16:creationId xmlns:a16="http://schemas.microsoft.com/office/drawing/2014/main" id="{89453A00-C165-E3F5-E084-7833F606E8FF}"/>
              </a:ext>
            </a:extLst>
          </p:cNvPr>
          <p:cNvGraphicFramePr>
            <a:graphicFrameLocks noGrp="1"/>
          </p:cNvGraphicFramePr>
          <p:nvPr>
            <p:extLst>
              <p:ext uri="{D42A27DB-BD31-4B8C-83A1-F6EECF244321}">
                <p14:modId xmlns:p14="http://schemas.microsoft.com/office/powerpoint/2010/main" val="3247932115"/>
              </p:ext>
            </p:extLst>
          </p:nvPr>
        </p:nvGraphicFramePr>
        <p:xfrm>
          <a:off x="582202" y="2927198"/>
          <a:ext cx="6121961" cy="2804160"/>
        </p:xfrm>
        <a:graphic>
          <a:graphicData uri="http://schemas.openxmlformats.org/drawingml/2006/table">
            <a:tbl>
              <a:tblPr firstRow="1" bandRow="1">
                <a:tableStyleId>{073A0DAA-6AF3-43AB-8588-CEC1D06C72B9}</a:tableStyleId>
              </a:tblPr>
              <a:tblGrid>
                <a:gridCol w="692900">
                  <a:extLst>
                    <a:ext uri="{9D8B030D-6E8A-4147-A177-3AD203B41FA5}">
                      <a16:colId xmlns:a16="http://schemas.microsoft.com/office/drawing/2014/main" val="1973907758"/>
                    </a:ext>
                  </a:extLst>
                </a:gridCol>
                <a:gridCol w="5429061">
                  <a:extLst>
                    <a:ext uri="{9D8B030D-6E8A-4147-A177-3AD203B41FA5}">
                      <a16:colId xmlns:a16="http://schemas.microsoft.com/office/drawing/2014/main" val="1127729170"/>
                    </a:ext>
                  </a:extLst>
                </a:gridCol>
              </a:tblGrid>
              <a:tr h="273139">
                <a:tc>
                  <a:txBody>
                    <a:bodyPr/>
                    <a:lstStyle/>
                    <a:p>
                      <a:r>
                        <a:rPr lang="vi-VN" sz="1400"/>
                        <a:t>Cycle</a:t>
                      </a:r>
                      <a:endParaRPr lang="en-US" sz="1400"/>
                    </a:p>
                  </a:txBody>
                  <a:tcPr/>
                </a:tc>
                <a:tc>
                  <a:txBody>
                    <a:bodyPr/>
                    <a:lstStyle/>
                    <a:p>
                      <a:pPr algn="ctr"/>
                      <a:r>
                        <a:rPr lang="vi-VN" sz="1400" dirty="0"/>
                        <a:t>Descriptions</a:t>
                      </a:r>
                      <a:endParaRPr lang="en-US" sz="1400" dirty="0"/>
                    </a:p>
                  </a:txBody>
                  <a:tcPr/>
                </a:tc>
                <a:extLst>
                  <a:ext uri="{0D108BD9-81ED-4DB2-BD59-A6C34878D82A}">
                    <a16:rowId xmlns:a16="http://schemas.microsoft.com/office/drawing/2014/main" val="1645280715"/>
                  </a:ext>
                </a:extLst>
              </a:tr>
              <a:tr h="273139">
                <a:tc>
                  <a:txBody>
                    <a:bodyPr/>
                    <a:lstStyle/>
                    <a:p>
                      <a:r>
                        <a:rPr lang="vi-VN" sz="1400"/>
                        <a:t>T1-T2</a:t>
                      </a:r>
                      <a:endParaRPr lang="en-US" sz="1400"/>
                    </a:p>
                  </a:txBody>
                  <a:tcPr/>
                </a:tc>
                <a:tc>
                  <a:txBody>
                    <a:bodyPr/>
                    <a:lstStyle/>
                    <a:p>
                      <a:r>
                        <a:rPr lang="en-US" sz="1400"/>
                        <a:t>The Subordinate inserts a wait state and provides an OKAY response.</a:t>
                      </a:r>
                    </a:p>
                  </a:txBody>
                  <a:tcPr/>
                </a:tc>
                <a:extLst>
                  <a:ext uri="{0D108BD9-81ED-4DB2-BD59-A6C34878D82A}">
                    <a16:rowId xmlns:a16="http://schemas.microsoft.com/office/drawing/2014/main" val="645153306"/>
                  </a:ext>
                </a:extLst>
              </a:tr>
              <a:tr h="381646">
                <a:tc>
                  <a:txBody>
                    <a:bodyPr/>
                    <a:lstStyle/>
                    <a:p>
                      <a:r>
                        <a:rPr lang="vi-VN" sz="1400"/>
                        <a:t>T2-T3</a:t>
                      </a:r>
                      <a:endParaRPr lang="en-US" sz="1400"/>
                    </a:p>
                  </a:txBody>
                  <a:tcPr/>
                </a:tc>
                <a:tc>
                  <a:txBody>
                    <a:bodyPr/>
                    <a:lstStyle/>
                    <a:p>
                      <a:r>
                        <a:rPr lang="en-US" sz="1400"/>
                        <a:t>The Subordinate issues an ERROR response. This is the first cycle of the ERROR response because HREADY is LOW.</a:t>
                      </a:r>
                    </a:p>
                  </a:txBody>
                  <a:tcPr/>
                </a:tc>
                <a:extLst>
                  <a:ext uri="{0D108BD9-81ED-4DB2-BD59-A6C34878D82A}">
                    <a16:rowId xmlns:a16="http://schemas.microsoft.com/office/drawing/2014/main" val="1834508494"/>
                  </a:ext>
                </a:extLst>
              </a:tr>
              <a:tr h="381646">
                <a:tc>
                  <a:txBody>
                    <a:bodyPr/>
                    <a:lstStyle/>
                    <a:p>
                      <a:r>
                        <a:rPr lang="vi-VN" sz="1400"/>
                        <a:t>T3-T4</a:t>
                      </a:r>
                      <a:endParaRPr lang="en-US" sz="1400"/>
                    </a:p>
                  </a:txBody>
                  <a:tcPr/>
                </a:tc>
                <a:tc>
                  <a:txBody>
                    <a:bodyPr/>
                    <a:lstStyle/>
                    <a:p>
                      <a:r>
                        <a:rPr lang="en-US" sz="1400" dirty="0"/>
                        <a:t>The Subordinate issues an ERROR response. This is the last cycle of the ERROR response because HREADY is now HIGH. The Manager changes the transfer type to IDLE. This cancels the intended transaction to address B, that was registered by a Subordinate at time T2.</a:t>
                      </a:r>
                    </a:p>
                  </a:txBody>
                  <a:tcPr/>
                </a:tc>
                <a:extLst>
                  <a:ext uri="{0D108BD9-81ED-4DB2-BD59-A6C34878D82A}">
                    <a16:rowId xmlns:a16="http://schemas.microsoft.com/office/drawing/2014/main" val="2717042284"/>
                  </a:ext>
                </a:extLst>
              </a:tr>
              <a:tr h="273139">
                <a:tc>
                  <a:txBody>
                    <a:bodyPr/>
                    <a:lstStyle/>
                    <a:p>
                      <a:r>
                        <a:rPr lang="vi-VN" sz="1400"/>
                        <a:t>T4-T5</a:t>
                      </a:r>
                      <a:endParaRPr lang="en-US" sz="1400"/>
                    </a:p>
                  </a:txBody>
                  <a:tcPr/>
                </a:tc>
                <a:tc>
                  <a:txBody>
                    <a:bodyPr/>
                    <a:lstStyle/>
                    <a:p>
                      <a:r>
                        <a:rPr lang="en-US" sz="1400" dirty="0"/>
                        <a:t>Subordinate responds with an OKAY response.</a:t>
                      </a:r>
                    </a:p>
                  </a:txBody>
                  <a:tcPr/>
                </a:tc>
                <a:extLst>
                  <a:ext uri="{0D108BD9-81ED-4DB2-BD59-A6C34878D82A}">
                    <a16:rowId xmlns:a16="http://schemas.microsoft.com/office/drawing/2014/main" val="3321518930"/>
                  </a:ext>
                </a:extLst>
              </a:tr>
            </a:tbl>
          </a:graphicData>
        </a:graphic>
      </p:graphicFrame>
    </p:spTree>
    <p:extLst>
      <p:ext uri="{BB962C8B-B14F-4D97-AF65-F5344CB8AC3E}">
        <p14:creationId xmlns:p14="http://schemas.microsoft.com/office/powerpoint/2010/main" val="2061032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8FDBB2-B867-DEBB-9AFD-944EDECFB75A}"/>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B281361-C5A8-4451-1A7D-67AE7C128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76E2568B-0C4A-5ED2-468C-0CA518B2B098}"/>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49D50FE9-2A9A-3C89-327B-22E0A5A59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C04B4AD-6AB6-BD45-78C5-BC5C5F2E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C76A521-F573-358A-E41F-B9A44AB5E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FA7AD-309A-64B0-FE86-71F3D4878F77}"/>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2. Verification Plans</a:t>
            </a:r>
            <a:endParaRPr lang="en-US" sz="4000" dirty="0">
              <a:solidFill>
                <a:srgbClr val="FFFFFF"/>
              </a:solidFill>
            </a:endParaRPr>
          </a:p>
        </p:txBody>
      </p:sp>
      <p:sp>
        <p:nvSpPr>
          <p:cNvPr id="3" name="Subtitle 2">
            <a:extLst>
              <a:ext uri="{FF2B5EF4-FFF2-40B4-BE49-F238E27FC236}">
                <a16:creationId xmlns:a16="http://schemas.microsoft.com/office/drawing/2014/main" id="{6C8D8FC8-FB42-5A2A-FD46-4844517FCC15}"/>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A7495026-D55B-E5BA-6301-77D8CFB5DFE5}"/>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DA5B6ADB-E9F7-ED08-6399-E1D6C279E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87D114B8-07CE-6237-5E38-C4A1C7BCB395}"/>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AE416AAC-5546-9603-6A86-9EC3C8F9F970}"/>
              </a:ext>
            </a:extLst>
          </p:cNvPr>
          <p:cNvSpPr>
            <a:spLocks noGrp="1"/>
          </p:cNvSpPr>
          <p:nvPr>
            <p:ph type="sldNum" sz="quarter" idx="12"/>
          </p:nvPr>
        </p:nvSpPr>
        <p:spPr/>
        <p:txBody>
          <a:bodyPr/>
          <a:lstStyle/>
          <a:p>
            <a:fld id="{148CC95F-0247-41B6-91CF-DC97C76A7088}" type="slidenum">
              <a:rPr lang="en-US" smtClean="0"/>
              <a:t>38</a:t>
            </a:fld>
            <a:endParaRPr lang="en-US"/>
          </a:p>
        </p:txBody>
      </p:sp>
    </p:spTree>
    <p:extLst>
      <p:ext uri="{BB962C8B-B14F-4D97-AF65-F5344CB8AC3E}">
        <p14:creationId xmlns:p14="http://schemas.microsoft.com/office/powerpoint/2010/main" val="758484744"/>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C4D7F-BA74-7EB4-EF8D-B2B1E1C19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B1744-3E26-3EC7-DD99-848977B673B5}"/>
              </a:ext>
            </a:extLst>
          </p:cNvPr>
          <p:cNvSpPr>
            <a:spLocks noGrp="1"/>
          </p:cNvSpPr>
          <p:nvPr>
            <p:ph type="title"/>
          </p:nvPr>
        </p:nvSpPr>
        <p:spPr>
          <a:xfrm>
            <a:off x="521208" y="978408"/>
            <a:ext cx="11155680" cy="585216"/>
          </a:xfrm>
        </p:spPr>
        <p:txBody>
          <a:bodyPr>
            <a:normAutofit fontScale="90000"/>
          </a:bodyPr>
          <a:lstStyle/>
          <a:p>
            <a:r>
              <a:rPr lang="vi-VN" dirty="0"/>
              <a:t>2. Verification Plans</a:t>
            </a:r>
            <a:endParaRPr lang="en-US" dirty="0"/>
          </a:p>
        </p:txBody>
      </p:sp>
      <p:sp>
        <p:nvSpPr>
          <p:cNvPr id="8" name="Date Placeholder 7">
            <a:extLst>
              <a:ext uri="{FF2B5EF4-FFF2-40B4-BE49-F238E27FC236}">
                <a16:creationId xmlns:a16="http://schemas.microsoft.com/office/drawing/2014/main" id="{25A45D27-7B18-A2A1-6876-540B42D45125}"/>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6FC782C-F197-4EF4-6F00-30FCE429AF6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782BECD-E747-A0D4-DEE0-4ABB19CE8645}"/>
              </a:ext>
            </a:extLst>
          </p:cNvPr>
          <p:cNvSpPr>
            <a:spLocks noGrp="1"/>
          </p:cNvSpPr>
          <p:nvPr>
            <p:ph type="sldNum" sz="quarter" idx="12"/>
          </p:nvPr>
        </p:nvSpPr>
        <p:spPr/>
        <p:txBody>
          <a:bodyPr/>
          <a:lstStyle/>
          <a:p>
            <a:fld id="{148CC95F-0247-41B6-91CF-DC97C76A7088}" type="slidenum">
              <a:rPr lang="en-US" smtClean="0"/>
              <a:t>39</a:t>
            </a:fld>
            <a:endParaRPr lang="en-US"/>
          </a:p>
        </p:txBody>
      </p:sp>
      <p:pic>
        <p:nvPicPr>
          <p:cNvPr id="13" name="Picture 12">
            <a:extLst>
              <a:ext uri="{FF2B5EF4-FFF2-40B4-BE49-F238E27FC236}">
                <a16:creationId xmlns:a16="http://schemas.microsoft.com/office/drawing/2014/main" id="{38254B19-9632-FA09-FF5E-6DCA451D77D9}"/>
              </a:ext>
            </a:extLst>
          </p:cNvPr>
          <p:cNvPicPr>
            <a:picLocks noChangeAspect="1"/>
          </p:cNvPicPr>
          <p:nvPr/>
        </p:nvPicPr>
        <p:blipFill>
          <a:blip r:embed="rId2"/>
          <a:stretch>
            <a:fillRect/>
          </a:stretch>
        </p:blipFill>
        <p:spPr>
          <a:xfrm>
            <a:off x="0" y="1654991"/>
            <a:ext cx="12192000" cy="4832365"/>
          </a:xfrm>
          <a:prstGeom prst="rect">
            <a:avLst/>
          </a:prstGeom>
        </p:spPr>
      </p:pic>
    </p:spTree>
    <p:extLst>
      <p:ext uri="{BB962C8B-B14F-4D97-AF65-F5344CB8AC3E}">
        <p14:creationId xmlns:p14="http://schemas.microsoft.com/office/powerpoint/2010/main" val="1786195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1502-4720-9DD7-BE20-AA6EC1986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9E865-1F71-981D-D687-4184AC456C29}"/>
              </a:ext>
            </a:extLst>
          </p:cNvPr>
          <p:cNvSpPr>
            <a:spLocks noGrp="1"/>
          </p:cNvSpPr>
          <p:nvPr>
            <p:ph type="title"/>
          </p:nvPr>
        </p:nvSpPr>
        <p:spPr>
          <a:xfrm>
            <a:off x="521208" y="978408"/>
            <a:ext cx="11155680" cy="585216"/>
          </a:xfrm>
        </p:spPr>
        <p:txBody>
          <a:bodyPr>
            <a:normAutofit fontScale="90000"/>
          </a:bodyPr>
          <a:lstStyle/>
          <a:p>
            <a:r>
              <a:rPr lang="vi-VN" dirty="0"/>
              <a:t>2. Verification Plans</a:t>
            </a:r>
            <a:endParaRPr lang="en-US" dirty="0"/>
          </a:p>
        </p:txBody>
      </p:sp>
      <p:sp>
        <p:nvSpPr>
          <p:cNvPr id="8" name="Date Placeholder 7">
            <a:extLst>
              <a:ext uri="{FF2B5EF4-FFF2-40B4-BE49-F238E27FC236}">
                <a16:creationId xmlns:a16="http://schemas.microsoft.com/office/drawing/2014/main" id="{7C952007-0ABC-E517-74E8-ACA707A31561}"/>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23380EF9-808D-7585-6211-041AA572933E}"/>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699045CE-3EB2-7E34-9D8E-AB88ED528A74}"/>
              </a:ext>
            </a:extLst>
          </p:cNvPr>
          <p:cNvSpPr>
            <a:spLocks noGrp="1"/>
          </p:cNvSpPr>
          <p:nvPr>
            <p:ph type="sldNum" sz="quarter" idx="12"/>
          </p:nvPr>
        </p:nvSpPr>
        <p:spPr/>
        <p:txBody>
          <a:bodyPr/>
          <a:lstStyle/>
          <a:p>
            <a:fld id="{148CC95F-0247-41B6-91CF-DC97C76A7088}" type="slidenum">
              <a:rPr lang="en-US" smtClean="0"/>
              <a:t>40</a:t>
            </a:fld>
            <a:endParaRPr lang="en-US"/>
          </a:p>
        </p:txBody>
      </p:sp>
      <p:pic>
        <p:nvPicPr>
          <p:cNvPr id="4" name="Picture 3">
            <a:extLst>
              <a:ext uri="{FF2B5EF4-FFF2-40B4-BE49-F238E27FC236}">
                <a16:creationId xmlns:a16="http://schemas.microsoft.com/office/drawing/2014/main" id="{3243DE40-6F0C-0E25-D0C7-40E1A8841B05}"/>
              </a:ext>
            </a:extLst>
          </p:cNvPr>
          <p:cNvPicPr>
            <a:picLocks noChangeAspect="1"/>
          </p:cNvPicPr>
          <p:nvPr/>
        </p:nvPicPr>
        <p:blipFill>
          <a:blip r:embed="rId2"/>
          <a:stretch>
            <a:fillRect/>
          </a:stretch>
        </p:blipFill>
        <p:spPr>
          <a:xfrm>
            <a:off x="0" y="1715350"/>
            <a:ext cx="12192000" cy="4703738"/>
          </a:xfrm>
          <a:prstGeom prst="rect">
            <a:avLst/>
          </a:prstGeom>
        </p:spPr>
      </p:pic>
    </p:spTree>
    <p:extLst>
      <p:ext uri="{BB962C8B-B14F-4D97-AF65-F5344CB8AC3E}">
        <p14:creationId xmlns:p14="http://schemas.microsoft.com/office/powerpoint/2010/main" val="994429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755E4-40A0-67EC-9AAE-90E57C426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0BFF6-581E-6884-6914-3B534C6D047A}"/>
              </a:ext>
            </a:extLst>
          </p:cNvPr>
          <p:cNvSpPr>
            <a:spLocks noGrp="1"/>
          </p:cNvSpPr>
          <p:nvPr>
            <p:ph type="title"/>
          </p:nvPr>
        </p:nvSpPr>
        <p:spPr>
          <a:xfrm>
            <a:off x="521208" y="978408"/>
            <a:ext cx="11155680" cy="585216"/>
          </a:xfrm>
        </p:spPr>
        <p:txBody>
          <a:bodyPr>
            <a:normAutofit fontScale="90000"/>
          </a:bodyPr>
          <a:lstStyle/>
          <a:p>
            <a:r>
              <a:rPr lang="vi-VN" dirty="0"/>
              <a:t>2. Verification Plans</a:t>
            </a:r>
            <a:endParaRPr lang="en-US" dirty="0"/>
          </a:p>
        </p:txBody>
      </p:sp>
      <p:sp>
        <p:nvSpPr>
          <p:cNvPr id="8" name="Date Placeholder 7">
            <a:extLst>
              <a:ext uri="{FF2B5EF4-FFF2-40B4-BE49-F238E27FC236}">
                <a16:creationId xmlns:a16="http://schemas.microsoft.com/office/drawing/2014/main" id="{A1821148-1B4F-BA8A-478B-48C2AF6514F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55555AD-B62A-C2A9-6FD2-D40F5CCE87B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0C8B4412-B49B-3391-3403-59634F28CC9F}"/>
              </a:ext>
            </a:extLst>
          </p:cNvPr>
          <p:cNvSpPr>
            <a:spLocks noGrp="1"/>
          </p:cNvSpPr>
          <p:nvPr>
            <p:ph type="sldNum" sz="quarter" idx="12"/>
          </p:nvPr>
        </p:nvSpPr>
        <p:spPr/>
        <p:txBody>
          <a:bodyPr/>
          <a:lstStyle/>
          <a:p>
            <a:fld id="{148CC95F-0247-41B6-91CF-DC97C76A7088}" type="slidenum">
              <a:rPr lang="en-US" smtClean="0"/>
              <a:t>41</a:t>
            </a:fld>
            <a:endParaRPr lang="en-US"/>
          </a:p>
        </p:txBody>
      </p:sp>
      <p:pic>
        <p:nvPicPr>
          <p:cNvPr id="4" name="Picture 3">
            <a:extLst>
              <a:ext uri="{FF2B5EF4-FFF2-40B4-BE49-F238E27FC236}">
                <a16:creationId xmlns:a16="http://schemas.microsoft.com/office/drawing/2014/main" id="{AD977793-E024-4FF5-3109-2FF4A6F68ADE}"/>
              </a:ext>
            </a:extLst>
          </p:cNvPr>
          <p:cNvPicPr>
            <a:picLocks noChangeAspect="1"/>
          </p:cNvPicPr>
          <p:nvPr/>
        </p:nvPicPr>
        <p:blipFill>
          <a:blip r:embed="rId2"/>
          <a:stretch>
            <a:fillRect/>
          </a:stretch>
        </p:blipFill>
        <p:spPr>
          <a:xfrm>
            <a:off x="0" y="1563624"/>
            <a:ext cx="12192000" cy="4930913"/>
          </a:xfrm>
          <a:prstGeom prst="rect">
            <a:avLst/>
          </a:prstGeom>
        </p:spPr>
      </p:pic>
    </p:spTree>
    <p:extLst>
      <p:ext uri="{BB962C8B-B14F-4D97-AF65-F5344CB8AC3E}">
        <p14:creationId xmlns:p14="http://schemas.microsoft.com/office/powerpoint/2010/main" val="2100702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AA301-16E6-95A9-7CE8-5F2CD56AD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50E1E-7A4D-A1FF-DF12-87FEF5CA449F}"/>
              </a:ext>
            </a:extLst>
          </p:cNvPr>
          <p:cNvSpPr>
            <a:spLocks noGrp="1"/>
          </p:cNvSpPr>
          <p:nvPr>
            <p:ph type="title"/>
          </p:nvPr>
        </p:nvSpPr>
        <p:spPr>
          <a:xfrm>
            <a:off x="521208" y="978408"/>
            <a:ext cx="11155680" cy="585216"/>
          </a:xfrm>
        </p:spPr>
        <p:txBody>
          <a:bodyPr>
            <a:normAutofit fontScale="90000"/>
          </a:bodyPr>
          <a:lstStyle/>
          <a:p>
            <a:r>
              <a:rPr lang="vi-VN" dirty="0"/>
              <a:t>2. Verification Plans</a:t>
            </a:r>
            <a:endParaRPr lang="en-US" dirty="0"/>
          </a:p>
        </p:txBody>
      </p:sp>
      <p:sp>
        <p:nvSpPr>
          <p:cNvPr id="8" name="Date Placeholder 7">
            <a:extLst>
              <a:ext uri="{FF2B5EF4-FFF2-40B4-BE49-F238E27FC236}">
                <a16:creationId xmlns:a16="http://schemas.microsoft.com/office/drawing/2014/main" id="{98EA24DB-08FD-D7CD-7451-961D7E12C120}"/>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4FF28FC-B5E0-6C11-BFEB-DCA7CEB3152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330AFB97-2643-8E91-EC5E-A89CCE4F5A97}"/>
              </a:ext>
            </a:extLst>
          </p:cNvPr>
          <p:cNvSpPr>
            <a:spLocks noGrp="1"/>
          </p:cNvSpPr>
          <p:nvPr>
            <p:ph type="sldNum" sz="quarter" idx="12"/>
          </p:nvPr>
        </p:nvSpPr>
        <p:spPr/>
        <p:txBody>
          <a:bodyPr/>
          <a:lstStyle/>
          <a:p>
            <a:fld id="{148CC95F-0247-41B6-91CF-DC97C76A7088}" type="slidenum">
              <a:rPr lang="en-US" smtClean="0"/>
              <a:t>42</a:t>
            </a:fld>
            <a:endParaRPr lang="en-US"/>
          </a:p>
        </p:txBody>
      </p:sp>
      <p:pic>
        <p:nvPicPr>
          <p:cNvPr id="4" name="Picture 3">
            <a:extLst>
              <a:ext uri="{FF2B5EF4-FFF2-40B4-BE49-F238E27FC236}">
                <a16:creationId xmlns:a16="http://schemas.microsoft.com/office/drawing/2014/main" id="{F527DAB7-AAFA-05A4-6EEB-F5E4DA91C1B6}"/>
              </a:ext>
            </a:extLst>
          </p:cNvPr>
          <p:cNvPicPr>
            <a:picLocks noChangeAspect="1"/>
          </p:cNvPicPr>
          <p:nvPr/>
        </p:nvPicPr>
        <p:blipFill>
          <a:blip r:embed="rId2"/>
          <a:stretch>
            <a:fillRect/>
          </a:stretch>
        </p:blipFill>
        <p:spPr>
          <a:xfrm>
            <a:off x="0" y="1908617"/>
            <a:ext cx="12192000" cy="3264131"/>
          </a:xfrm>
          <a:prstGeom prst="rect">
            <a:avLst/>
          </a:prstGeom>
        </p:spPr>
      </p:pic>
    </p:spTree>
    <p:extLst>
      <p:ext uri="{BB962C8B-B14F-4D97-AF65-F5344CB8AC3E}">
        <p14:creationId xmlns:p14="http://schemas.microsoft.com/office/powerpoint/2010/main" val="290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380AD-1674-AA94-A0F7-C6DA71F15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C9D4B-1FBF-2E7D-837C-46B7DBA2B146}"/>
              </a:ext>
            </a:extLst>
          </p:cNvPr>
          <p:cNvSpPr>
            <a:spLocks noGrp="1"/>
          </p:cNvSpPr>
          <p:nvPr>
            <p:ph type="title"/>
          </p:nvPr>
        </p:nvSpPr>
        <p:spPr>
          <a:xfrm>
            <a:off x="521208" y="978408"/>
            <a:ext cx="11155680" cy="585216"/>
          </a:xfrm>
        </p:spPr>
        <p:txBody>
          <a:bodyPr>
            <a:normAutofit fontScale="90000"/>
          </a:bodyPr>
          <a:lstStyle/>
          <a:p>
            <a:r>
              <a:rPr lang="vi-VN" dirty="0"/>
              <a:t>2. Verification Plans</a:t>
            </a:r>
            <a:endParaRPr lang="en-US" dirty="0"/>
          </a:p>
        </p:txBody>
      </p:sp>
      <p:sp>
        <p:nvSpPr>
          <p:cNvPr id="8" name="Date Placeholder 7">
            <a:extLst>
              <a:ext uri="{FF2B5EF4-FFF2-40B4-BE49-F238E27FC236}">
                <a16:creationId xmlns:a16="http://schemas.microsoft.com/office/drawing/2014/main" id="{540706AD-A855-D686-0D97-0156FBDC2C5A}"/>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7B84E38C-779B-1616-F6CD-A64D08AFB88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8E4531A-B141-BD43-1DD8-E8C026202EFE}"/>
              </a:ext>
            </a:extLst>
          </p:cNvPr>
          <p:cNvSpPr>
            <a:spLocks noGrp="1"/>
          </p:cNvSpPr>
          <p:nvPr>
            <p:ph type="sldNum" sz="quarter" idx="12"/>
          </p:nvPr>
        </p:nvSpPr>
        <p:spPr/>
        <p:txBody>
          <a:bodyPr/>
          <a:lstStyle/>
          <a:p>
            <a:fld id="{148CC95F-0247-41B6-91CF-DC97C76A7088}" type="slidenum">
              <a:rPr lang="en-US" smtClean="0"/>
              <a:t>43</a:t>
            </a:fld>
            <a:endParaRPr lang="en-US"/>
          </a:p>
        </p:txBody>
      </p:sp>
      <p:graphicFrame>
        <p:nvGraphicFramePr>
          <p:cNvPr id="3" name="Table 2">
            <a:extLst>
              <a:ext uri="{FF2B5EF4-FFF2-40B4-BE49-F238E27FC236}">
                <a16:creationId xmlns:a16="http://schemas.microsoft.com/office/drawing/2014/main" id="{31A2ADE5-ECBE-B832-2CE3-03511C69AB7A}"/>
              </a:ext>
            </a:extLst>
          </p:cNvPr>
          <p:cNvGraphicFramePr>
            <a:graphicFrameLocks noGrp="1"/>
          </p:cNvGraphicFramePr>
          <p:nvPr>
            <p:extLst>
              <p:ext uri="{D42A27DB-BD31-4B8C-83A1-F6EECF244321}">
                <p14:modId xmlns:p14="http://schemas.microsoft.com/office/powerpoint/2010/main" val="3409386635"/>
              </p:ext>
            </p:extLst>
          </p:nvPr>
        </p:nvGraphicFramePr>
        <p:xfrm>
          <a:off x="521209" y="1959748"/>
          <a:ext cx="11155679" cy="2653665"/>
        </p:xfrm>
        <a:graphic>
          <a:graphicData uri="http://schemas.openxmlformats.org/drawingml/2006/table">
            <a:tbl>
              <a:tblPr firstRow="1" bandRow="1">
                <a:tableStyleId>{073A0DAA-6AF3-43AB-8588-CEC1D06C72B9}</a:tableStyleId>
              </a:tblPr>
              <a:tblGrid>
                <a:gridCol w="783717">
                  <a:extLst>
                    <a:ext uri="{9D8B030D-6E8A-4147-A177-3AD203B41FA5}">
                      <a16:colId xmlns:a16="http://schemas.microsoft.com/office/drawing/2014/main" val="937800916"/>
                    </a:ext>
                  </a:extLst>
                </a:gridCol>
                <a:gridCol w="2228850">
                  <a:extLst>
                    <a:ext uri="{9D8B030D-6E8A-4147-A177-3AD203B41FA5}">
                      <a16:colId xmlns:a16="http://schemas.microsoft.com/office/drawing/2014/main" val="2927029367"/>
                    </a:ext>
                  </a:extLst>
                </a:gridCol>
                <a:gridCol w="3714750">
                  <a:extLst>
                    <a:ext uri="{9D8B030D-6E8A-4147-A177-3AD203B41FA5}">
                      <a16:colId xmlns:a16="http://schemas.microsoft.com/office/drawing/2014/main" val="939195079"/>
                    </a:ext>
                  </a:extLst>
                </a:gridCol>
                <a:gridCol w="4428362">
                  <a:extLst>
                    <a:ext uri="{9D8B030D-6E8A-4147-A177-3AD203B41FA5}">
                      <a16:colId xmlns:a16="http://schemas.microsoft.com/office/drawing/2014/main" val="3549019719"/>
                    </a:ext>
                  </a:extLst>
                </a:gridCol>
              </a:tblGrid>
              <a:tr h="140780">
                <a:tc>
                  <a:txBody>
                    <a:bodyPr/>
                    <a:lstStyle/>
                    <a:p>
                      <a:pPr algn="ctr"/>
                      <a:r>
                        <a:rPr lang="vi-VN" sz="1400" dirty="0"/>
                        <a:t>No.</a:t>
                      </a:r>
                      <a:endParaRPr lang="en-US" sz="1400" dirty="0">
                        <a:latin typeface="+mj-lt"/>
                      </a:endParaRPr>
                    </a:p>
                  </a:txBody>
                  <a:tcPr/>
                </a:tc>
                <a:tc>
                  <a:txBody>
                    <a:bodyPr/>
                    <a:lstStyle/>
                    <a:p>
                      <a:pPr algn="ctr"/>
                      <a:r>
                        <a:rPr lang="vi-VN" sz="1400" dirty="0"/>
                        <a:t>Assertion</a:t>
                      </a:r>
                      <a:endParaRPr lang="en-US" sz="1400" dirty="0">
                        <a:latin typeface="+mj-lt"/>
                      </a:endParaRPr>
                    </a:p>
                  </a:txBody>
                  <a:tcPr/>
                </a:tc>
                <a:tc>
                  <a:txBody>
                    <a:bodyPr/>
                    <a:lstStyle/>
                    <a:p>
                      <a:pPr algn="ctr"/>
                      <a:r>
                        <a:rPr lang="vi-VN" sz="1400" dirty="0">
                          <a:latin typeface="+mj-lt"/>
                        </a:rPr>
                        <a:t>Purpose</a:t>
                      </a:r>
                      <a:endParaRPr lang="en-US" sz="1400" dirty="0">
                        <a:latin typeface="+mj-lt"/>
                      </a:endParaRPr>
                    </a:p>
                  </a:txBody>
                  <a:tcPr/>
                </a:tc>
                <a:tc>
                  <a:txBody>
                    <a:bodyPr/>
                    <a:lstStyle/>
                    <a:p>
                      <a:pPr algn="ctr"/>
                      <a:r>
                        <a:rPr lang="vi-VN" sz="1400" dirty="0">
                          <a:latin typeface="+mj-lt"/>
                        </a:rPr>
                        <a:t>Expected behavior</a:t>
                      </a:r>
                      <a:endParaRPr lang="en-US" sz="1400" dirty="0">
                        <a:latin typeface="+mj-lt"/>
                      </a:endParaRPr>
                    </a:p>
                  </a:txBody>
                  <a:tcPr/>
                </a:tc>
                <a:extLst>
                  <a:ext uri="{0D108BD9-81ED-4DB2-BD59-A6C34878D82A}">
                    <a16:rowId xmlns:a16="http://schemas.microsoft.com/office/drawing/2014/main" val="99632705"/>
                  </a:ext>
                </a:extLst>
              </a:tr>
              <a:tr h="160481">
                <a:tc>
                  <a:txBody>
                    <a:bodyPr/>
                    <a:lstStyle/>
                    <a:p>
                      <a:pPr algn="ctr"/>
                      <a:r>
                        <a:rPr lang="vi-VN" sz="1400" dirty="0">
                          <a:latin typeface="+mj-lt"/>
                        </a:rPr>
                        <a:t>1</a:t>
                      </a:r>
                      <a:endParaRPr lang="en-US" sz="1400" dirty="0">
                        <a:latin typeface="+mj-lt"/>
                      </a:endParaRPr>
                    </a:p>
                  </a:txBody>
                  <a:tcPr/>
                </a:tc>
                <a:tc>
                  <a:txBody>
                    <a:bodyPr/>
                    <a:lstStyle/>
                    <a:p>
                      <a:pPr algn="ctr" fontAlgn="t">
                        <a:lnSpc>
                          <a:spcPts val="1500"/>
                        </a:lnSpc>
                        <a:buNone/>
                      </a:pPr>
                      <a:r>
                        <a:rPr lang="en-US" sz="1400" b="0" i="0" dirty="0">
                          <a:effectLst/>
                          <a:latin typeface="+mj-lt"/>
                        </a:rPr>
                        <a:t>VALID_RESP</a:t>
                      </a:r>
                    </a:p>
                  </a:txBody>
                  <a:tcPr/>
                </a:tc>
                <a:tc>
                  <a:txBody>
                    <a:bodyPr/>
                    <a:lstStyle/>
                    <a:p>
                      <a:pPr algn="just" fontAlgn="t">
                        <a:lnSpc>
                          <a:spcPts val="1500"/>
                        </a:lnSpc>
                        <a:buNone/>
                      </a:pPr>
                      <a:r>
                        <a:rPr lang="en-US" sz="1400" b="0" i="0" dirty="0">
                          <a:effectLst/>
                          <a:latin typeface="+mj-lt"/>
                        </a:rPr>
                        <a:t>Check response signals validity</a:t>
                      </a:r>
                    </a:p>
                  </a:txBody>
                  <a:tcPr/>
                </a:tc>
                <a:tc>
                  <a:txBody>
                    <a:bodyPr/>
                    <a:lstStyle/>
                    <a:p>
                      <a:pPr algn="just" fontAlgn="t">
                        <a:lnSpc>
                          <a:spcPts val="1500"/>
                        </a:lnSpc>
                        <a:buNone/>
                      </a:pPr>
                      <a:r>
                        <a:rPr lang="en-US" sz="1400" b="0" i="0" dirty="0">
                          <a:effectLst/>
                          <a:latin typeface="+mj-lt"/>
                        </a:rPr>
                        <a:t>HREADYOUT and HRESP must not be X/Z during a valid transfer</a:t>
                      </a:r>
                    </a:p>
                  </a:txBody>
                  <a:tcPr/>
                </a:tc>
                <a:extLst>
                  <a:ext uri="{0D108BD9-81ED-4DB2-BD59-A6C34878D82A}">
                    <a16:rowId xmlns:a16="http://schemas.microsoft.com/office/drawing/2014/main" val="2795284242"/>
                  </a:ext>
                </a:extLst>
              </a:tr>
              <a:tr h="147260">
                <a:tc>
                  <a:txBody>
                    <a:bodyPr/>
                    <a:lstStyle/>
                    <a:p>
                      <a:pPr algn="ctr"/>
                      <a:r>
                        <a:rPr lang="vi-VN" sz="1400" dirty="0">
                          <a:latin typeface="+mj-lt"/>
                        </a:rPr>
                        <a:t>2</a:t>
                      </a:r>
                      <a:endParaRPr lang="en-US" sz="1400" dirty="0">
                        <a:latin typeface="+mj-lt"/>
                      </a:endParaRPr>
                    </a:p>
                  </a:txBody>
                  <a:tcPr/>
                </a:tc>
                <a:tc>
                  <a:txBody>
                    <a:bodyPr/>
                    <a:lstStyle/>
                    <a:p>
                      <a:pPr algn="ctr" fontAlgn="t">
                        <a:lnSpc>
                          <a:spcPts val="1500"/>
                        </a:lnSpc>
                        <a:buNone/>
                      </a:pPr>
                      <a:r>
                        <a:rPr lang="en-US" sz="1400" b="0" i="0" dirty="0">
                          <a:effectLst/>
                          <a:latin typeface="+mj-lt"/>
                        </a:rPr>
                        <a:t>OKAY_COMPLETE</a:t>
                      </a:r>
                    </a:p>
                  </a:txBody>
                  <a:tcPr/>
                </a:tc>
                <a:tc>
                  <a:txBody>
                    <a:bodyPr/>
                    <a:lstStyle/>
                    <a:p>
                      <a:pPr algn="just" fontAlgn="t">
                        <a:lnSpc>
                          <a:spcPts val="1500"/>
                        </a:lnSpc>
                        <a:buNone/>
                      </a:pPr>
                      <a:r>
                        <a:rPr lang="en-US" sz="1400" b="0" i="0" dirty="0">
                          <a:effectLst/>
                          <a:latin typeface="+mj-lt"/>
                        </a:rPr>
                        <a:t>Functional coverage</a:t>
                      </a:r>
                    </a:p>
                  </a:txBody>
                  <a:tcPr/>
                </a:tc>
                <a:tc>
                  <a:txBody>
                    <a:bodyPr/>
                    <a:lstStyle/>
                    <a:p>
                      <a:pPr algn="just" fontAlgn="t">
                        <a:lnSpc>
                          <a:spcPts val="1500"/>
                        </a:lnSpc>
                        <a:buNone/>
                      </a:pPr>
                      <a:r>
                        <a:rPr lang="en-US" sz="1400" b="0" i="0" dirty="0">
                          <a:effectLst/>
                          <a:latin typeface="+mj-lt"/>
                        </a:rPr>
                        <a:t>Detect a successful transaction completion (OKAY + READY)</a:t>
                      </a:r>
                    </a:p>
                  </a:txBody>
                  <a:tcPr/>
                </a:tc>
                <a:extLst>
                  <a:ext uri="{0D108BD9-81ED-4DB2-BD59-A6C34878D82A}">
                    <a16:rowId xmlns:a16="http://schemas.microsoft.com/office/drawing/2014/main" val="4086146668"/>
                  </a:ext>
                </a:extLst>
              </a:tr>
              <a:tr h="147260">
                <a:tc>
                  <a:txBody>
                    <a:bodyPr/>
                    <a:lstStyle/>
                    <a:p>
                      <a:pPr algn="ctr"/>
                      <a:r>
                        <a:rPr lang="vi-VN" sz="1400" dirty="0">
                          <a:latin typeface="+mj-lt"/>
                        </a:rPr>
                        <a:t>3</a:t>
                      </a:r>
                      <a:endParaRPr lang="en-US" sz="1400" dirty="0">
                        <a:latin typeface="+mj-lt"/>
                      </a:endParaRPr>
                    </a:p>
                  </a:txBody>
                  <a:tcPr/>
                </a:tc>
                <a:tc>
                  <a:txBody>
                    <a:bodyPr/>
                    <a:lstStyle/>
                    <a:p>
                      <a:pPr algn="ctr" fontAlgn="t">
                        <a:lnSpc>
                          <a:spcPts val="1500"/>
                        </a:lnSpc>
                        <a:buNone/>
                      </a:pPr>
                      <a:r>
                        <a:rPr lang="en-US" sz="1400" b="0" i="0" dirty="0">
                          <a:effectLst/>
                          <a:latin typeface="+mj-lt"/>
                        </a:rPr>
                        <a:t>ERROR_2CYCLE</a:t>
                      </a:r>
                    </a:p>
                  </a:txBody>
                  <a:tcPr/>
                </a:tc>
                <a:tc>
                  <a:txBody>
                    <a:bodyPr/>
                    <a:lstStyle/>
                    <a:p>
                      <a:pPr algn="just" fontAlgn="t">
                        <a:lnSpc>
                          <a:spcPts val="1500"/>
                        </a:lnSpc>
                        <a:buNone/>
                      </a:pPr>
                      <a:r>
                        <a:rPr lang="en-US" sz="1400" b="0" i="0" dirty="0">
                          <a:effectLst/>
                          <a:latin typeface="+mj-lt"/>
                        </a:rPr>
                        <a:t>Check AHB error protocol</a:t>
                      </a:r>
                    </a:p>
                  </a:txBody>
                  <a:tcPr/>
                </a:tc>
                <a:tc>
                  <a:txBody>
                    <a:bodyPr/>
                    <a:lstStyle/>
                    <a:p>
                      <a:pPr algn="just" fontAlgn="t">
                        <a:lnSpc>
                          <a:spcPts val="1500"/>
                        </a:lnSpc>
                        <a:buNone/>
                      </a:pPr>
                      <a:r>
                        <a:rPr lang="en-US" sz="1400" b="0" i="0" dirty="0">
                          <a:effectLst/>
                          <a:latin typeface="+mj-lt"/>
                        </a:rPr>
                        <a:t>ERROR response must occur in 2 cycles: (ERROR,READY=0) → (ERROR,READY=1)</a:t>
                      </a:r>
                    </a:p>
                  </a:txBody>
                  <a:tcPr/>
                </a:tc>
                <a:extLst>
                  <a:ext uri="{0D108BD9-81ED-4DB2-BD59-A6C34878D82A}">
                    <a16:rowId xmlns:a16="http://schemas.microsoft.com/office/drawing/2014/main" val="1351269393"/>
                  </a:ext>
                </a:extLst>
              </a:tr>
              <a:tr h="147260">
                <a:tc>
                  <a:txBody>
                    <a:bodyPr/>
                    <a:lstStyle/>
                    <a:p>
                      <a:pPr algn="ctr"/>
                      <a:r>
                        <a:rPr lang="vi-VN" sz="1400" dirty="0">
                          <a:latin typeface="+mj-lt"/>
                        </a:rPr>
                        <a:t>4</a:t>
                      </a:r>
                      <a:endParaRPr lang="en-US" sz="1400" dirty="0">
                        <a:latin typeface="+mj-lt"/>
                      </a:endParaRPr>
                    </a:p>
                  </a:txBody>
                  <a:tcPr/>
                </a:tc>
                <a:tc>
                  <a:txBody>
                    <a:bodyPr/>
                    <a:lstStyle/>
                    <a:p>
                      <a:pPr algn="ctr" fontAlgn="t">
                        <a:lnSpc>
                          <a:spcPts val="1500"/>
                        </a:lnSpc>
                        <a:buNone/>
                      </a:pPr>
                      <a:r>
                        <a:rPr lang="en-US" sz="1400" b="0" i="0" dirty="0">
                          <a:effectLst/>
                          <a:latin typeface="+mj-lt"/>
                        </a:rPr>
                        <a:t>NO_SINGLE_ERROR</a:t>
                      </a:r>
                    </a:p>
                  </a:txBody>
                  <a:tcPr/>
                </a:tc>
                <a:tc>
                  <a:txBody>
                    <a:bodyPr/>
                    <a:lstStyle/>
                    <a:p>
                      <a:pPr algn="just" fontAlgn="t">
                        <a:lnSpc>
                          <a:spcPts val="1500"/>
                        </a:lnSpc>
                        <a:buNone/>
                      </a:pPr>
                      <a:r>
                        <a:rPr lang="en-US" sz="1400" b="0" i="0" dirty="0">
                          <a:effectLst/>
                          <a:latin typeface="+mj-lt"/>
                        </a:rPr>
                        <a:t>Prevent protocol violation</a:t>
                      </a:r>
                    </a:p>
                  </a:txBody>
                  <a:tcPr/>
                </a:tc>
                <a:tc>
                  <a:txBody>
                    <a:bodyPr/>
                    <a:lstStyle/>
                    <a:p>
                      <a:pPr algn="just" fontAlgn="t">
                        <a:lnSpc>
                          <a:spcPts val="1500"/>
                        </a:lnSpc>
                        <a:buNone/>
                      </a:pPr>
                      <a:r>
                        <a:rPr lang="en-US" sz="1400" b="0" i="0" dirty="0">
                          <a:effectLst/>
                          <a:latin typeface="+mj-lt"/>
                        </a:rPr>
                        <a:t>Single-cycle ERROR response is not allowed</a:t>
                      </a:r>
                    </a:p>
                  </a:txBody>
                  <a:tcPr/>
                </a:tc>
                <a:extLst>
                  <a:ext uri="{0D108BD9-81ED-4DB2-BD59-A6C34878D82A}">
                    <a16:rowId xmlns:a16="http://schemas.microsoft.com/office/drawing/2014/main" val="4210957047"/>
                  </a:ext>
                </a:extLst>
              </a:tr>
              <a:tr h="147260">
                <a:tc>
                  <a:txBody>
                    <a:bodyPr/>
                    <a:lstStyle/>
                    <a:p>
                      <a:pPr algn="ctr"/>
                      <a:r>
                        <a:rPr lang="vi-VN" sz="1400" dirty="0">
                          <a:latin typeface="+mj-lt"/>
                        </a:rPr>
                        <a:t>5</a:t>
                      </a:r>
                      <a:endParaRPr lang="en-US" sz="1400" dirty="0">
                        <a:latin typeface="+mj-lt"/>
                      </a:endParaRPr>
                    </a:p>
                  </a:txBody>
                  <a:tcPr/>
                </a:tc>
                <a:tc>
                  <a:txBody>
                    <a:bodyPr/>
                    <a:lstStyle/>
                    <a:p>
                      <a:pPr algn="ctr" fontAlgn="t">
                        <a:lnSpc>
                          <a:spcPts val="1500"/>
                        </a:lnSpc>
                        <a:buNone/>
                      </a:pPr>
                      <a:r>
                        <a:rPr lang="en-US" sz="1400" b="0" i="0" dirty="0">
                          <a:effectLst/>
                          <a:latin typeface="+mj-lt"/>
                        </a:rPr>
                        <a:t>HSIZE3_ERROR</a:t>
                      </a:r>
                    </a:p>
                  </a:txBody>
                  <a:tcPr/>
                </a:tc>
                <a:tc>
                  <a:txBody>
                    <a:bodyPr/>
                    <a:lstStyle/>
                    <a:p>
                      <a:pPr algn="just" fontAlgn="t">
                        <a:lnSpc>
                          <a:spcPts val="1500"/>
                        </a:lnSpc>
                        <a:buNone/>
                      </a:pPr>
                      <a:r>
                        <a:rPr lang="en-US" sz="1400" b="0" i="0" dirty="0">
                          <a:effectLst/>
                          <a:latin typeface="+mj-lt"/>
                        </a:rPr>
                        <a:t>Illegal transfer size check</a:t>
                      </a:r>
                    </a:p>
                  </a:txBody>
                  <a:tcPr/>
                </a:tc>
                <a:tc>
                  <a:txBody>
                    <a:bodyPr/>
                    <a:lstStyle/>
                    <a:p>
                      <a:pPr algn="just" fontAlgn="t">
                        <a:lnSpc>
                          <a:spcPts val="1500"/>
                        </a:lnSpc>
                        <a:buNone/>
                      </a:pPr>
                      <a:r>
                        <a:rPr lang="en-US" sz="1400" b="0" i="0" dirty="0">
                          <a:effectLst/>
                          <a:latin typeface="+mj-lt"/>
                        </a:rPr>
                        <a:t>HSIZE = 3 must generate ERROR response</a:t>
                      </a:r>
                    </a:p>
                  </a:txBody>
                  <a:tcPr/>
                </a:tc>
                <a:extLst>
                  <a:ext uri="{0D108BD9-81ED-4DB2-BD59-A6C34878D82A}">
                    <a16:rowId xmlns:a16="http://schemas.microsoft.com/office/drawing/2014/main" val="4067781726"/>
                  </a:ext>
                </a:extLst>
              </a:tr>
              <a:tr h="147260">
                <a:tc>
                  <a:txBody>
                    <a:bodyPr/>
                    <a:lstStyle/>
                    <a:p>
                      <a:pPr algn="ctr"/>
                      <a:r>
                        <a:rPr lang="vi-VN" sz="1400" dirty="0">
                          <a:latin typeface="+mj-lt"/>
                        </a:rPr>
                        <a:t>6</a:t>
                      </a:r>
                      <a:endParaRPr lang="en-US" sz="1400" dirty="0">
                        <a:latin typeface="+mj-lt"/>
                      </a:endParaRPr>
                    </a:p>
                  </a:txBody>
                  <a:tcPr/>
                </a:tc>
                <a:tc>
                  <a:txBody>
                    <a:bodyPr/>
                    <a:lstStyle/>
                    <a:p>
                      <a:pPr algn="ctr" fontAlgn="t">
                        <a:lnSpc>
                          <a:spcPts val="1500"/>
                        </a:lnSpc>
                        <a:buNone/>
                      </a:pPr>
                      <a:r>
                        <a:rPr lang="en-US" sz="1400" b="0" i="0" dirty="0">
                          <a:effectLst/>
                          <a:latin typeface="+mj-lt"/>
                        </a:rPr>
                        <a:t>HTRANS_SEQ_ERROR</a:t>
                      </a:r>
                    </a:p>
                  </a:txBody>
                  <a:tcPr/>
                </a:tc>
                <a:tc>
                  <a:txBody>
                    <a:bodyPr/>
                    <a:lstStyle/>
                    <a:p>
                      <a:pPr algn="just" fontAlgn="t">
                        <a:lnSpc>
                          <a:spcPts val="1500"/>
                        </a:lnSpc>
                        <a:buNone/>
                      </a:pPr>
                      <a:r>
                        <a:rPr lang="en-US" sz="1400" b="0" i="0" dirty="0">
                          <a:effectLst/>
                          <a:latin typeface="+mj-lt"/>
                        </a:rPr>
                        <a:t>Unsupported</a:t>
                      </a:r>
                      <a:r>
                        <a:rPr lang="vi-VN" sz="1400" b="0" i="0" dirty="0">
                          <a:effectLst/>
                          <a:latin typeface="+mj-lt"/>
                        </a:rPr>
                        <a:t> single</a:t>
                      </a:r>
                      <a:r>
                        <a:rPr lang="en-US" sz="1400" b="0" i="0" dirty="0">
                          <a:effectLst/>
                          <a:latin typeface="+mj-lt"/>
                        </a:rPr>
                        <a:t> transfer type check</a:t>
                      </a:r>
                    </a:p>
                  </a:txBody>
                  <a:tcPr/>
                </a:tc>
                <a:tc>
                  <a:txBody>
                    <a:bodyPr/>
                    <a:lstStyle/>
                    <a:p>
                      <a:pPr algn="just" fontAlgn="t">
                        <a:lnSpc>
                          <a:spcPts val="1500"/>
                        </a:lnSpc>
                        <a:buNone/>
                      </a:pPr>
                      <a:r>
                        <a:rPr lang="en-US" sz="1400" b="0" i="0" dirty="0">
                          <a:effectLst/>
                          <a:latin typeface="+mj-lt"/>
                        </a:rPr>
                        <a:t>HTRANS = SEQ must generate ERROR response</a:t>
                      </a:r>
                    </a:p>
                  </a:txBody>
                  <a:tcPr/>
                </a:tc>
                <a:extLst>
                  <a:ext uri="{0D108BD9-81ED-4DB2-BD59-A6C34878D82A}">
                    <a16:rowId xmlns:a16="http://schemas.microsoft.com/office/drawing/2014/main" val="1288008486"/>
                  </a:ext>
                </a:extLst>
              </a:tr>
            </a:tbl>
          </a:graphicData>
        </a:graphic>
      </p:graphicFrame>
    </p:spTree>
    <p:extLst>
      <p:ext uri="{BB962C8B-B14F-4D97-AF65-F5344CB8AC3E}">
        <p14:creationId xmlns:p14="http://schemas.microsoft.com/office/powerpoint/2010/main" val="1124479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FE4587-CF02-736E-3651-08D7ECB480C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6DACD8A-F24C-7540-1599-CAF56EEE4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3E6DCB57-7701-0359-B161-3213F8828546}"/>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815114A9-E013-5DDB-336A-9C0BC22D0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E54C3BB-26CA-8AFD-1378-009849679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5ED6448-EB06-EB46-62D8-1322E04EE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2AAD2-A8BE-1E9D-C239-83B06AFF2A85}"/>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3. Environment</a:t>
            </a:r>
            <a:endParaRPr lang="en-US" sz="4000" dirty="0">
              <a:solidFill>
                <a:srgbClr val="FFFFFF"/>
              </a:solidFill>
            </a:endParaRPr>
          </a:p>
        </p:txBody>
      </p:sp>
      <p:sp>
        <p:nvSpPr>
          <p:cNvPr id="3" name="Subtitle 2">
            <a:extLst>
              <a:ext uri="{FF2B5EF4-FFF2-40B4-BE49-F238E27FC236}">
                <a16:creationId xmlns:a16="http://schemas.microsoft.com/office/drawing/2014/main" id="{61FED617-73AB-FB25-5A03-DC5AA767EA71}"/>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D773DC39-22F5-472D-3BD3-F39ABDD7F8FD}"/>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C27A741B-7FA3-BF24-FDC9-CD1DAE227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463725E2-7D2D-1DAB-ABCC-FC158EA7B992}"/>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7C3EDC5C-DEA7-DD4B-7FD4-F3B9BF1E03E6}"/>
              </a:ext>
            </a:extLst>
          </p:cNvPr>
          <p:cNvSpPr>
            <a:spLocks noGrp="1"/>
          </p:cNvSpPr>
          <p:nvPr>
            <p:ph type="sldNum" sz="quarter" idx="12"/>
          </p:nvPr>
        </p:nvSpPr>
        <p:spPr/>
        <p:txBody>
          <a:bodyPr/>
          <a:lstStyle/>
          <a:p>
            <a:fld id="{148CC95F-0247-41B6-91CF-DC97C76A7088}" type="slidenum">
              <a:rPr lang="en-US" smtClean="0"/>
              <a:t>44</a:t>
            </a:fld>
            <a:endParaRPr lang="en-US"/>
          </a:p>
        </p:txBody>
      </p:sp>
    </p:spTree>
    <p:extLst>
      <p:ext uri="{BB962C8B-B14F-4D97-AF65-F5344CB8AC3E}">
        <p14:creationId xmlns:p14="http://schemas.microsoft.com/office/powerpoint/2010/main" val="2124945664"/>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800D-8DF1-37E9-232B-310DD58A1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1A341-FDC7-38B9-CB89-8B148503A97A}"/>
              </a:ext>
            </a:extLst>
          </p:cNvPr>
          <p:cNvSpPr>
            <a:spLocks noGrp="1"/>
          </p:cNvSpPr>
          <p:nvPr>
            <p:ph type="title"/>
          </p:nvPr>
        </p:nvSpPr>
        <p:spPr>
          <a:xfrm>
            <a:off x="521208" y="978408"/>
            <a:ext cx="11155680" cy="585216"/>
          </a:xfrm>
        </p:spPr>
        <p:txBody>
          <a:bodyPr>
            <a:normAutofit fontScale="90000"/>
          </a:bodyPr>
          <a:lstStyle/>
          <a:p>
            <a:r>
              <a:rPr lang="vi-VN" dirty="0"/>
              <a:t>3. Environment</a:t>
            </a:r>
            <a:endParaRPr lang="en-US" dirty="0"/>
          </a:p>
        </p:txBody>
      </p:sp>
      <p:sp>
        <p:nvSpPr>
          <p:cNvPr id="8" name="Date Placeholder 7">
            <a:extLst>
              <a:ext uri="{FF2B5EF4-FFF2-40B4-BE49-F238E27FC236}">
                <a16:creationId xmlns:a16="http://schemas.microsoft.com/office/drawing/2014/main" id="{B41EF932-1CA3-2B1D-D1CC-F9F40983C35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26C7504-B66A-9F28-A4FC-C2B42BD7B917}"/>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3C40780-FCB3-8345-946C-C4543F12C48E}"/>
              </a:ext>
            </a:extLst>
          </p:cNvPr>
          <p:cNvSpPr>
            <a:spLocks noGrp="1"/>
          </p:cNvSpPr>
          <p:nvPr>
            <p:ph type="sldNum" sz="quarter" idx="12"/>
          </p:nvPr>
        </p:nvSpPr>
        <p:spPr/>
        <p:txBody>
          <a:bodyPr/>
          <a:lstStyle/>
          <a:p>
            <a:fld id="{148CC95F-0247-41B6-91CF-DC97C76A7088}" type="slidenum">
              <a:rPr lang="en-US" smtClean="0"/>
              <a:t>45</a:t>
            </a:fld>
            <a:endParaRPr lang="en-US"/>
          </a:p>
        </p:txBody>
      </p:sp>
      <p:pic>
        <p:nvPicPr>
          <p:cNvPr id="1026" name="Picture 2">
            <a:extLst>
              <a:ext uri="{FF2B5EF4-FFF2-40B4-BE49-F238E27FC236}">
                <a16:creationId xmlns:a16="http://schemas.microsoft.com/office/drawing/2014/main" id="{C3129F5C-48BD-1233-2943-8D95D3C17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35" y="2443834"/>
            <a:ext cx="7330129" cy="346646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DDA8FEA-C7D9-F171-6DE8-15BBFD7B94FF}"/>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3.1. Testbench Architecture</a:t>
            </a:r>
            <a:endParaRPr lang="en-US" sz="2600" b="1" dirty="0"/>
          </a:p>
        </p:txBody>
      </p:sp>
    </p:spTree>
    <p:extLst>
      <p:ext uri="{BB962C8B-B14F-4D97-AF65-F5344CB8AC3E}">
        <p14:creationId xmlns:p14="http://schemas.microsoft.com/office/powerpoint/2010/main" val="572067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AC6E-26B9-63D6-10D3-D1F3861D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B86F5-1258-CA26-8169-2CE0F9288DFD}"/>
              </a:ext>
            </a:extLst>
          </p:cNvPr>
          <p:cNvSpPr>
            <a:spLocks noGrp="1"/>
          </p:cNvSpPr>
          <p:nvPr>
            <p:ph type="title"/>
          </p:nvPr>
        </p:nvSpPr>
        <p:spPr>
          <a:xfrm>
            <a:off x="521208" y="978408"/>
            <a:ext cx="11155680" cy="585216"/>
          </a:xfrm>
        </p:spPr>
        <p:txBody>
          <a:bodyPr>
            <a:normAutofit fontScale="90000"/>
          </a:bodyPr>
          <a:lstStyle/>
          <a:p>
            <a:r>
              <a:rPr lang="vi-VN" dirty="0"/>
              <a:t>3. Environment</a:t>
            </a:r>
            <a:endParaRPr lang="en-US" dirty="0"/>
          </a:p>
        </p:txBody>
      </p:sp>
      <p:sp>
        <p:nvSpPr>
          <p:cNvPr id="8" name="Date Placeholder 7">
            <a:extLst>
              <a:ext uri="{FF2B5EF4-FFF2-40B4-BE49-F238E27FC236}">
                <a16:creationId xmlns:a16="http://schemas.microsoft.com/office/drawing/2014/main" id="{6F8A97CE-C0BD-BAE3-2DB4-4D0FEF5BEA5D}"/>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144BBF49-9B1A-D3F7-3CFF-2CBCABAB13E9}"/>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C53426CD-D218-41DC-98D1-4F5F0CAA6ADE}"/>
              </a:ext>
            </a:extLst>
          </p:cNvPr>
          <p:cNvSpPr>
            <a:spLocks noGrp="1"/>
          </p:cNvSpPr>
          <p:nvPr>
            <p:ph type="sldNum" sz="quarter" idx="12"/>
          </p:nvPr>
        </p:nvSpPr>
        <p:spPr/>
        <p:txBody>
          <a:bodyPr/>
          <a:lstStyle/>
          <a:p>
            <a:fld id="{148CC95F-0247-41B6-91CF-DC97C76A7088}" type="slidenum">
              <a:rPr lang="en-US" smtClean="0"/>
              <a:t>46</a:t>
            </a:fld>
            <a:endParaRPr lang="en-US"/>
          </a:p>
        </p:txBody>
      </p:sp>
      <p:sp>
        <p:nvSpPr>
          <p:cNvPr id="5" name="Title 1">
            <a:extLst>
              <a:ext uri="{FF2B5EF4-FFF2-40B4-BE49-F238E27FC236}">
                <a16:creationId xmlns:a16="http://schemas.microsoft.com/office/drawing/2014/main" id="{1A9B63DD-BBA4-1944-6998-A44E68842CED}"/>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3.2. Randomization Constraints</a:t>
            </a:r>
            <a:endParaRPr lang="en-US" sz="2600" b="1" dirty="0"/>
          </a:p>
        </p:txBody>
      </p:sp>
      <p:pic>
        <p:nvPicPr>
          <p:cNvPr id="6" name="Picture 5">
            <a:extLst>
              <a:ext uri="{FF2B5EF4-FFF2-40B4-BE49-F238E27FC236}">
                <a16:creationId xmlns:a16="http://schemas.microsoft.com/office/drawing/2014/main" id="{A27E12A1-EED2-3452-7F85-C9F0C1DD99A3}"/>
              </a:ext>
            </a:extLst>
          </p:cNvPr>
          <p:cNvPicPr>
            <a:picLocks noChangeAspect="1"/>
          </p:cNvPicPr>
          <p:nvPr/>
        </p:nvPicPr>
        <p:blipFill>
          <a:blip r:embed="rId2"/>
          <a:stretch>
            <a:fillRect/>
          </a:stretch>
        </p:blipFill>
        <p:spPr>
          <a:xfrm>
            <a:off x="2475995" y="2731264"/>
            <a:ext cx="7240010" cy="2057687"/>
          </a:xfrm>
          <a:prstGeom prst="rect">
            <a:avLst/>
          </a:prstGeom>
        </p:spPr>
      </p:pic>
    </p:spTree>
    <p:extLst>
      <p:ext uri="{BB962C8B-B14F-4D97-AF65-F5344CB8AC3E}">
        <p14:creationId xmlns:p14="http://schemas.microsoft.com/office/powerpoint/2010/main" val="658617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9B4D-1E0C-FCBB-EA8D-C2D68DDEA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FC5-8E77-B74C-BD24-F7467C4B8F39}"/>
              </a:ext>
            </a:extLst>
          </p:cNvPr>
          <p:cNvSpPr>
            <a:spLocks noGrp="1"/>
          </p:cNvSpPr>
          <p:nvPr>
            <p:ph type="title"/>
          </p:nvPr>
        </p:nvSpPr>
        <p:spPr>
          <a:xfrm>
            <a:off x="521208" y="978408"/>
            <a:ext cx="11155680" cy="585216"/>
          </a:xfrm>
        </p:spPr>
        <p:txBody>
          <a:bodyPr>
            <a:normAutofit fontScale="90000"/>
          </a:bodyPr>
          <a:lstStyle/>
          <a:p>
            <a:r>
              <a:rPr lang="vi-VN" dirty="0"/>
              <a:t>3. Environment</a:t>
            </a:r>
            <a:endParaRPr lang="en-US" dirty="0"/>
          </a:p>
        </p:txBody>
      </p:sp>
      <p:sp>
        <p:nvSpPr>
          <p:cNvPr id="8" name="Date Placeholder 7">
            <a:extLst>
              <a:ext uri="{FF2B5EF4-FFF2-40B4-BE49-F238E27FC236}">
                <a16:creationId xmlns:a16="http://schemas.microsoft.com/office/drawing/2014/main" id="{C044F5D1-EF7E-4BF7-6E1C-1376F8304DA0}"/>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5768674B-538D-60AD-5A68-E00831B2B36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073E61F5-CD1A-A068-B261-D2A67F176BD9}"/>
              </a:ext>
            </a:extLst>
          </p:cNvPr>
          <p:cNvSpPr>
            <a:spLocks noGrp="1"/>
          </p:cNvSpPr>
          <p:nvPr>
            <p:ph type="sldNum" sz="quarter" idx="12"/>
          </p:nvPr>
        </p:nvSpPr>
        <p:spPr/>
        <p:txBody>
          <a:bodyPr/>
          <a:lstStyle/>
          <a:p>
            <a:fld id="{148CC95F-0247-41B6-91CF-DC97C76A7088}" type="slidenum">
              <a:rPr lang="en-US" smtClean="0"/>
              <a:t>47</a:t>
            </a:fld>
            <a:endParaRPr lang="en-US"/>
          </a:p>
        </p:txBody>
      </p:sp>
      <p:pic>
        <p:nvPicPr>
          <p:cNvPr id="7" name="Picture 6">
            <a:extLst>
              <a:ext uri="{FF2B5EF4-FFF2-40B4-BE49-F238E27FC236}">
                <a16:creationId xmlns:a16="http://schemas.microsoft.com/office/drawing/2014/main" id="{5FCF4049-5CE3-DC81-F687-25263486666A}"/>
              </a:ext>
            </a:extLst>
          </p:cNvPr>
          <p:cNvPicPr>
            <a:picLocks noChangeAspect="1"/>
          </p:cNvPicPr>
          <p:nvPr/>
        </p:nvPicPr>
        <p:blipFill>
          <a:blip r:embed="rId2"/>
          <a:srcRect t="49535"/>
          <a:stretch>
            <a:fillRect/>
          </a:stretch>
        </p:blipFill>
        <p:spPr>
          <a:xfrm>
            <a:off x="6326698" y="2952644"/>
            <a:ext cx="5598739" cy="2512789"/>
          </a:xfrm>
          <a:prstGeom prst="rect">
            <a:avLst/>
          </a:prstGeom>
        </p:spPr>
      </p:pic>
      <p:sp>
        <p:nvSpPr>
          <p:cNvPr id="10" name="Title 1">
            <a:extLst>
              <a:ext uri="{FF2B5EF4-FFF2-40B4-BE49-F238E27FC236}">
                <a16:creationId xmlns:a16="http://schemas.microsoft.com/office/drawing/2014/main" id="{54E07D71-9661-0F74-2DE8-6CE2D55EDCB9}"/>
              </a:ext>
            </a:extLst>
          </p:cNvPr>
          <p:cNvSpPr txBox="1">
            <a:spLocks/>
          </p:cNvSpPr>
          <p:nvPr/>
        </p:nvSpPr>
        <p:spPr>
          <a:xfrm>
            <a:off x="652270" y="1670656"/>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3.3. Function Coverage</a:t>
            </a:r>
            <a:endParaRPr lang="en-US" sz="2600" b="1" dirty="0"/>
          </a:p>
        </p:txBody>
      </p:sp>
      <p:pic>
        <p:nvPicPr>
          <p:cNvPr id="12" name="Picture 11">
            <a:extLst>
              <a:ext uri="{FF2B5EF4-FFF2-40B4-BE49-F238E27FC236}">
                <a16:creationId xmlns:a16="http://schemas.microsoft.com/office/drawing/2014/main" id="{306D3F23-8C9B-22FC-5FB7-F1A274EE9DEF}"/>
              </a:ext>
            </a:extLst>
          </p:cNvPr>
          <p:cNvPicPr>
            <a:picLocks noChangeAspect="1"/>
          </p:cNvPicPr>
          <p:nvPr/>
        </p:nvPicPr>
        <p:blipFill>
          <a:blip r:embed="rId3"/>
          <a:stretch>
            <a:fillRect/>
          </a:stretch>
        </p:blipFill>
        <p:spPr>
          <a:xfrm>
            <a:off x="678182" y="2952644"/>
            <a:ext cx="5417818" cy="2512789"/>
          </a:xfrm>
          <a:prstGeom prst="rect">
            <a:avLst/>
          </a:prstGeom>
        </p:spPr>
      </p:pic>
    </p:spTree>
    <p:extLst>
      <p:ext uri="{BB962C8B-B14F-4D97-AF65-F5344CB8AC3E}">
        <p14:creationId xmlns:p14="http://schemas.microsoft.com/office/powerpoint/2010/main" val="13327739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11E55B-514C-48D1-17E2-5BD4F603AB3D}"/>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7BD6D11-7E21-45E7-FD47-2A02C554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741549D0-5F74-7B19-2CB0-E9C8619CA2BE}"/>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7E7F4C16-7E3C-09E0-D5B7-A550920FA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9E39CE5-28A7-BEA8-624B-0A87C0E2C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0E1C2E6-DB10-A66E-5341-2E96BB428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B18C2C-DC03-12C2-6EFA-656956574E7A}"/>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4. Verification results</a:t>
            </a:r>
            <a:endParaRPr lang="en-US" sz="4000" dirty="0">
              <a:solidFill>
                <a:srgbClr val="FFFFFF"/>
              </a:solidFill>
            </a:endParaRPr>
          </a:p>
        </p:txBody>
      </p:sp>
      <p:sp>
        <p:nvSpPr>
          <p:cNvPr id="3" name="Subtitle 2">
            <a:extLst>
              <a:ext uri="{FF2B5EF4-FFF2-40B4-BE49-F238E27FC236}">
                <a16:creationId xmlns:a16="http://schemas.microsoft.com/office/drawing/2014/main" id="{A929797D-7423-FF8E-8AD4-4EED80DCDA10}"/>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7D760900-BB0F-CE4C-DCD8-8FD9A8A2765C}"/>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3ACC67D8-D4C7-3B7B-05AB-45C322060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F069A393-0680-12B3-8508-07BA7B94893A}"/>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3DAEC093-EB33-2C92-3800-A2237A3D6B9B}"/>
              </a:ext>
            </a:extLst>
          </p:cNvPr>
          <p:cNvSpPr>
            <a:spLocks noGrp="1"/>
          </p:cNvSpPr>
          <p:nvPr>
            <p:ph type="sldNum" sz="quarter" idx="12"/>
          </p:nvPr>
        </p:nvSpPr>
        <p:spPr/>
        <p:txBody>
          <a:bodyPr/>
          <a:lstStyle/>
          <a:p>
            <a:fld id="{148CC95F-0247-41B6-91CF-DC97C76A7088}" type="slidenum">
              <a:rPr lang="en-US" smtClean="0"/>
              <a:t>48</a:t>
            </a:fld>
            <a:endParaRPr lang="en-US"/>
          </a:p>
        </p:txBody>
      </p:sp>
    </p:spTree>
    <p:extLst>
      <p:ext uri="{BB962C8B-B14F-4D97-AF65-F5344CB8AC3E}">
        <p14:creationId xmlns:p14="http://schemas.microsoft.com/office/powerpoint/2010/main" val="3086032033"/>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6543-4C7B-FBBC-BF36-CAADAD9B4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FA462-0E08-5C6C-7695-D4D3833C89C0}"/>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BEF976AE-040E-A9A9-8A6E-934141CBCF17}"/>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519A5F6B-979D-85C8-B0B3-47B598A372C7}"/>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1FCBB54B-E146-5239-6E04-F6A4A4D490CA}"/>
              </a:ext>
            </a:extLst>
          </p:cNvPr>
          <p:cNvSpPr>
            <a:spLocks noGrp="1"/>
          </p:cNvSpPr>
          <p:nvPr>
            <p:ph type="sldNum" sz="quarter" idx="12"/>
          </p:nvPr>
        </p:nvSpPr>
        <p:spPr/>
        <p:txBody>
          <a:bodyPr/>
          <a:lstStyle/>
          <a:p>
            <a:fld id="{148CC95F-0247-41B6-91CF-DC97C76A7088}" type="slidenum">
              <a:rPr lang="en-US" smtClean="0"/>
              <a:t>49</a:t>
            </a:fld>
            <a:endParaRPr lang="en-US"/>
          </a:p>
        </p:txBody>
      </p:sp>
      <p:pic>
        <p:nvPicPr>
          <p:cNvPr id="5" name="Picture 4">
            <a:extLst>
              <a:ext uri="{FF2B5EF4-FFF2-40B4-BE49-F238E27FC236}">
                <a16:creationId xmlns:a16="http://schemas.microsoft.com/office/drawing/2014/main" id="{D836DFE7-52B8-EA67-F39E-E760D2AB7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246" y="1698753"/>
            <a:ext cx="10187508" cy="4902897"/>
          </a:xfrm>
          <a:prstGeom prst="rect">
            <a:avLst/>
          </a:prstGeom>
        </p:spPr>
      </p:pic>
    </p:spTree>
    <p:extLst>
      <p:ext uri="{BB962C8B-B14F-4D97-AF65-F5344CB8AC3E}">
        <p14:creationId xmlns:p14="http://schemas.microsoft.com/office/powerpoint/2010/main" val="1459958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1CD2-3900-B9FB-09E7-CD389A93D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27C13-C47E-2791-1F1F-F48A014B41AC}"/>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EF8D2930-9EC3-DE5E-1C1E-09312F5ED9E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B531D15D-7546-3759-F52F-EA754CFAA328}"/>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E60E166-1E52-A0BB-E824-DE13FD53DE8F}"/>
              </a:ext>
            </a:extLst>
          </p:cNvPr>
          <p:cNvSpPr>
            <a:spLocks noGrp="1"/>
          </p:cNvSpPr>
          <p:nvPr>
            <p:ph type="sldNum" sz="quarter" idx="12"/>
          </p:nvPr>
        </p:nvSpPr>
        <p:spPr/>
        <p:txBody>
          <a:bodyPr/>
          <a:lstStyle/>
          <a:p>
            <a:fld id="{148CC95F-0247-41B6-91CF-DC97C76A7088}" type="slidenum">
              <a:rPr lang="en-US" smtClean="0"/>
              <a:t>50</a:t>
            </a:fld>
            <a:endParaRPr lang="en-US"/>
          </a:p>
        </p:txBody>
      </p:sp>
      <p:pic>
        <p:nvPicPr>
          <p:cNvPr id="4" name="Picture 3">
            <a:extLst>
              <a:ext uri="{FF2B5EF4-FFF2-40B4-BE49-F238E27FC236}">
                <a16:creationId xmlns:a16="http://schemas.microsoft.com/office/drawing/2014/main" id="{B9937BB8-D30B-3BE5-B937-E9A32F1EE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259" y="1608804"/>
            <a:ext cx="8737481" cy="4992846"/>
          </a:xfrm>
          <a:prstGeom prst="rect">
            <a:avLst/>
          </a:prstGeom>
        </p:spPr>
      </p:pic>
    </p:spTree>
    <p:extLst>
      <p:ext uri="{BB962C8B-B14F-4D97-AF65-F5344CB8AC3E}">
        <p14:creationId xmlns:p14="http://schemas.microsoft.com/office/powerpoint/2010/main" val="1777984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D4088-8EE8-DA36-22E2-54F20F4C1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369BB-4AD5-F3B2-7A15-22BF9106E434}"/>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7BEDE054-6FB0-5318-E7CF-B2869561BD77}"/>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B4DC7113-8AF9-64CF-4FCC-947B65EE1071}"/>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37453AC9-1DF8-42E4-778B-E7D3D1E1A6C8}"/>
              </a:ext>
            </a:extLst>
          </p:cNvPr>
          <p:cNvSpPr>
            <a:spLocks noGrp="1"/>
          </p:cNvSpPr>
          <p:nvPr>
            <p:ph type="sldNum" sz="quarter" idx="12"/>
          </p:nvPr>
        </p:nvSpPr>
        <p:spPr/>
        <p:txBody>
          <a:bodyPr/>
          <a:lstStyle/>
          <a:p>
            <a:fld id="{148CC95F-0247-41B6-91CF-DC97C76A7088}" type="slidenum">
              <a:rPr lang="en-US" smtClean="0"/>
              <a:t>51</a:t>
            </a:fld>
            <a:endParaRPr lang="en-US"/>
          </a:p>
        </p:txBody>
      </p:sp>
      <p:pic>
        <p:nvPicPr>
          <p:cNvPr id="4" name="Picture 3">
            <a:extLst>
              <a:ext uri="{FF2B5EF4-FFF2-40B4-BE49-F238E27FC236}">
                <a16:creationId xmlns:a16="http://schemas.microsoft.com/office/drawing/2014/main" id="{2E72C1F6-F7DF-4BE7-1AE3-56C9817A7E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 y="2800350"/>
            <a:ext cx="10896600" cy="1257300"/>
          </a:xfrm>
          <a:prstGeom prst="rect">
            <a:avLst/>
          </a:prstGeom>
        </p:spPr>
      </p:pic>
    </p:spTree>
    <p:extLst>
      <p:ext uri="{BB962C8B-B14F-4D97-AF65-F5344CB8AC3E}">
        <p14:creationId xmlns:p14="http://schemas.microsoft.com/office/powerpoint/2010/main" val="310885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72A9-7A15-F785-9532-5B1D578B1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B22FE-A290-4664-5DF6-E33D4E18A086}"/>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CF94A25B-7884-0656-742D-567D62393840}"/>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C55BC11A-F261-332A-FFC7-F67EA60C09F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5D344D9-B3E6-E022-BDF9-8FB850BD37DA}"/>
              </a:ext>
            </a:extLst>
          </p:cNvPr>
          <p:cNvSpPr>
            <a:spLocks noGrp="1"/>
          </p:cNvSpPr>
          <p:nvPr>
            <p:ph type="sldNum" sz="quarter" idx="12"/>
          </p:nvPr>
        </p:nvSpPr>
        <p:spPr/>
        <p:txBody>
          <a:bodyPr/>
          <a:lstStyle/>
          <a:p>
            <a:fld id="{148CC95F-0247-41B6-91CF-DC97C76A7088}" type="slidenum">
              <a:rPr lang="en-US" smtClean="0"/>
              <a:t>52</a:t>
            </a:fld>
            <a:endParaRPr lang="en-US"/>
          </a:p>
        </p:txBody>
      </p:sp>
      <p:pic>
        <p:nvPicPr>
          <p:cNvPr id="4" name="Picture 3">
            <a:extLst>
              <a:ext uri="{FF2B5EF4-FFF2-40B4-BE49-F238E27FC236}">
                <a16:creationId xmlns:a16="http://schemas.microsoft.com/office/drawing/2014/main" id="{23D453D5-131B-9BB4-0819-7E72069C7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209" y="2214420"/>
            <a:ext cx="3567390" cy="2848899"/>
          </a:xfrm>
          <a:prstGeom prst="rect">
            <a:avLst/>
          </a:prstGeom>
        </p:spPr>
      </p:pic>
      <p:pic>
        <p:nvPicPr>
          <p:cNvPr id="6" name="Picture 5">
            <a:extLst>
              <a:ext uri="{FF2B5EF4-FFF2-40B4-BE49-F238E27FC236}">
                <a16:creationId xmlns:a16="http://schemas.microsoft.com/office/drawing/2014/main" id="{5832CFB2-1D5A-2FD6-C12F-392560D30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1114" y="1929344"/>
            <a:ext cx="7006358" cy="3419049"/>
          </a:xfrm>
          <a:prstGeom prst="rect">
            <a:avLst/>
          </a:prstGeom>
        </p:spPr>
      </p:pic>
    </p:spTree>
    <p:extLst>
      <p:ext uri="{BB962C8B-B14F-4D97-AF65-F5344CB8AC3E}">
        <p14:creationId xmlns:p14="http://schemas.microsoft.com/office/powerpoint/2010/main" val="32025390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6520-068B-65E6-4F28-72971E96E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FA532-4957-5604-9240-92703C3DE465}"/>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9F86EC29-1D6E-25B8-03FE-52C6675490A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694EEF1F-4293-7946-DF14-341D9048796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CE1007F-D5AC-3F27-F25F-4CA4B2FB3328}"/>
              </a:ext>
            </a:extLst>
          </p:cNvPr>
          <p:cNvSpPr>
            <a:spLocks noGrp="1"/>
          </p:cNvSpPr>
          <p:nvPr>
            <p:ph type="sldNum" sz="quarter" idx="12"/>
          </p:nvPr>
        </p:nvSpPr>
        <p:spPr/>
        <p:txBody>
          <a:bodyPr/>
          <a:lstStyle/>
          <a:p>
            <a:fld id="{148CC95F-0247-41B6-91CF-DC97C76A7088}" type="slidenum">
              <a:rPr lang="en-US" smtClean="0"/>
              <a:t>53</a:t>
            </a:fld>
            <a:endParaRPr lang="en-US"/>
          </a:p>
        </p:txBody>
      </p:sp>
      <p:pic>
        <p:nvPicPr>
          <p:cNvPr id="6" name="Picture 5">
            <a:extLst>
              <a:ext uri="{FF2B5EF4-FFF2-40B4-BE49-F238E27FC236}">
                <a16:creationId xmlns:a16="http://schemas.microsoft.com/office/drawing/2014/main" id="{596ADBE8-8B40-B720-1FBE-F49D1879C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591" y="1938789"/>
            <a:ext cx="8454818" cy="4006464"/>
          </a:xfrm>
          <a:prstGeom prst="rect">
            <a:avLst/>
          </a:prstGeom>
        </p:spPr>
      </p:pic>
    </p:spTree>
    <p:extLst>
      <p:ext uri="{BB962C8B-B14F-4D97-AF65-F5344CB8AC3E}">
        <p14:creationId xmlns:p14="http://schemas.microsoft.com/office/powerpoint/2010/main" val="37196015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815BB-3C6E-E85A-D943-3991B884E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13ECA-BEA3-A041-013E-2A682BB1DC93}"/>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019E978B-678D-05F4-5895-B240F21FDC35}"/>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7CAB900-65EB-9612-E68D-8B1A2FF2448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066DF1C-434E-5AB4-CAED-79DE1455168D}"/>
              </a:ext>
            </a:extLst>
          </p:cNvPr>
          <p:cNvSpPr>
            <a:spLocks noGrp="1"/>
          </p:cNvSpPr>
          <p:nvPr>
            <p:ph type="sldNum" sz="quarter" idx="12"/>
          </p:nvPr>
        </p:nvSpPr>
        <p:spPr/>
        <p:txBody>
          <a:bodyPr/>
          <a:lstStyle/>
          <a:p>
            <a:fld id="{148CC95F-0247-41B6-91CF-DC97C76A7088}" type="slidenum">
              <a:rPr lang="en-US" smtClean="0"/>
              <a:t>54</a:t>
            </a:fld>
            <a:endParaRPr lang="en-US"/>
          </a:p>
        </p:txBody>
      </p:sp>
      <p:pic>
        <p:nvPicPr>
          <p:cNvPr id="6" name="Picture 5">
            <a:extLst>
              <a:ext uri="{FF2B5EF4-FFF2-40B4-BE49-F238E27FC236}">
                <a16:creationId xmlns:a16="http://schemas.microsoft.com/office/drawing/2014/main" id="{A678D309-CA6A-6F31-6536-F49BF70B8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9775" y="1808071"/>
            <a:ext cx="8172450" cy="4366569"/>
          </a:xfrm>
          <a:prstGeom prst="rect">
            <a:avLst/>
          </a:prstGeom>
        </p:spPr>
      </p:pic>
    </p:spTree>
    <p:extLst>
      <p:ext uri="{BB962C8B-B14F-4D97-AF65-F5344CB8AC3E}">
        <p14:creationId xmlns:p14="http://schemas.microsoft.com/office/powerpoint/2010/main" val="7695398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A25C-A0BE-8DBF-77B2-85259C639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55671-A454-CE15-FDEE-412861ED9230}"/>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02E881F1-A37B-EB0F-BB33-E121EF6C5AA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0BBB808C-2410-7179-945C-E0E42E0380CA}"/>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8EE7A13-9BD7-0A08-9F54-EFFDD58001ED}"/>
              </a:ext>
            </a:extLst>
          </p:cNvPr>
          <p:cNvSpPr>
            <a:spLocks noGrp="1"/>
          </p:cNvSpPr>
          <p:nvPr>
            <p:ph type="sldNum" sz="quarter" idx="12"/>
          </p:nvPr>
        </p:nvSpPr>
        <p:spPr/>
        <p:txBody>
          <a:bodyPr/>
          <a:lstStyle/>
          <a:p>
            <a:fld id="{148CC95F-0247-41B6-91CF-DC97C76A7088}" type="slidenum">
              <a:rPr lang="en-US" smtClean="0"/>
              <a:t>55</a:t>
            </a:fld>
            <a:endParaRPr lang="en-US"/>
          </a:p>
        </p:txBody>
      </p:sp>
      <p:pic>
        <p:nvPicPr>
          <p:cNvPr id="3" name="Picture 2">
            <a:extLst>
              <a:ext uri="{FF2B5EF4-FFF2-40B4-BE49-F238E27FC236}">
                <a16:creationId xmlns:a16="http://schemas.microsoft.com/office/drawing/2014/main" id="{ABE21673-F9E9-B7DF-546D-0F9C397F2ABB}"/>
              </a:ext>
            </a:extLst>
          </p:cNvPr>
          <p:cNvPicPr>
            <a:picLocks noChangeAspect="1"/>
          </p:cNvPicPr>
          <p:nvPr/>
        </p:nvPicPr>
        <p:blipFill>
          <a:blip r:embed="rId2"/>
          <a:stretch>
            <a:fillRect/>
          </a:stretch>
        </p:blipFill>
        <p:spPr>
          <a:xfrm>
            <a:off x="322230" y="2921643"/>
            <a:ext cx="8495349" cy="3528292"/>
          </a:xfrm>
          <a:prstGeom prst="rect">
            <a:avLst/>
          </a:prstGeom>
        </p:spPr>
      </p:pic>
      <p:pic>
        <p:nvPicPr>
          <p:cNvPr id="4" name="Picture 3">
            <a:extLst>
              <a:ext uri="{FF2B5EF4-FFF2-40B4-BE49-F238E27FC236}">
                <a16:creationId xmlns:a16="http://schemas.microsoft.com/office/drawing/2014/main" id="{D226A4BA-A638-E0AD-7CFD-F72FC33994A9}"/>
              </a:ext>
            </a:extLst>
          </p:cNvPr>
          <p:cNvPicPr>
            <a:picLocks noChangeAspect="1"/>
          </p:cNvPicPr>
          <p:nvPr/>
        </p:nvPicPr>
        <p:blipFill>
          <a:blip r:embed="rId3"/>
          <a:stretch>
            <a:fillRect/>
          </a:stretch>
        </p:blipFill>
        <p:spPr>
          <a:xfrm>
            <a:off x="7460135" y="690734"/>
            <a:ext cx="4637377" cy="2954333"/>
          </a:xfrm>
          <a:prstGeom prst="rect">
            <a:avLst/>
          </a:prstGeom>
        </p:spPr>
      </p:pic>
      <p:sp>
        <p:nvSpPr>
          <p:cNvPr id="5" name="Rectangle 4">
            <a:extLst>
              <a:ext uri="{FF2B5EF4-FFF2-40B4-BE49-F238E27FC236}">
                <a16:creationId xmlns:a16="http://schemas.microsoft.com/office/drawing/2014/main" id="{6AE2AE7F-C75D-EB34-1786-8885F210AC42}"/>
              </a:ext>
            </a:extLst>
          </p:cNvPr>
          <p:cNvSpPr/>
          <p:nvPr/>
        </p:nvSpPr>
        <p:spPr>
          <a:xfrm>
            <a:off x="2344755" y="3902579"/>
            <a:ext cx="467705" cy="22368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cxnSp>
        <p:nvCxnSpPr>
          <p:cNvPr id="6" name="Straight Arrow Connector 5">
            <a:extLst>
              <a:ext uri="{FF2B5EF4-FFF2-40B4-BE49-F238E27FC236}">
                <a16:creationId xmlns:a16="http://schemas.microsoft.com/office/drawing/2014/main" id="{A0A5D17D-2279-C5DE-23F2-BF42DD3CA5FB}"/>
              </a:ext>
            </a:extLst>
          </p:cNvPr>
          <p:cNvCxnSpPr>
            <a:cxnSpLocks/>
            <a:stCxn id="5" idx="2"/>
            <a:endCxn id="7" idx="0"/>
          </p:cNvCxnSpPr>
          <p:nvPr/>
        </p:nvCxnSpPr>
        <p:spPr>
          <a:xfrm flipH="1">
            <a:off x="2344755" y="4126265"/>
            <a:ext cx="233853" cy="699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BE9A857-8082-FF8E-6670-A52558FEB22D}"/>
              </a:ext>
            </a:extLst>
          </p:cNvPr>
          <p:cNvSpPr/>
          <p:nvPr/>
        </p:nvSpPr>
        <p:spPr>
          <a:xfrm>
            <a:off x="1703388" y="4825639"/>
            <a:ext cx="1282734" cy="22368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10" name="Rectangle 9">
            <a:extLst>
              <a:ext uri="{FF2B5EF4-FFF2-40B4-BE49-F238E27FC236}">
                <a16:creationId xmlns:a16="http://schemas.microsoft.com/office/drawing/2014/main" id="{43D8ABD4-29F2-1365-CE95-D06BE169D7D9}"/>
              </a:ext>
            </a:extLst>
          </p:cNvPr>
          <p:cNvSpPr/>
          <p:nvPr/>
        </p:nvSpPr>
        <p:spPr>
          <a:xfrm>
            <a:off x="7719862" y="5212930"/>
            <a:ext cx="1078154" cy="233245"/>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12" name="Rectangle 11">
            <a:extLst>
              <a:ext uri="{FF2B5EF4-FFF2-40B4-BE49-F238E27FC236}">
                <a16:creationId xmlns:a16="http://schemas.microsoft.com/office/drawing/2014/main" id="{0D0F2394-313B-76F2-F1E0-9E85DC059E27}"/>
              </a:ext>
            </a:extLst>
          </p:cNvPr>
          <p:cNvSpPr/>
          <p:nvPr/>
        </p:nvSpPr>
        <p:spPr>
          <a:xfrm>
            <a:off x="7501890" y="3864470"/>
            <a:ext cx="467705" cy="22368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cxnSp>
        <p:nvCxnSpPr>
          <p:cNvPr id="13" name="Straight Arrow Connector 12">
            <a:extLst>
              <a:ext uri="{FF2B5EF4-FFF2-40B4-BE49-F238E27FC236}">
                <a16:creationId xmlns:a16="http://schemas.microsoft.com/office/drawing/2014/main" id="{A6021589-A293-CAEC-EA89-7A042B55D221}"/>
              </a:ext>
            </a:extLst>
          </p:cNvPr>
          <p:cNvCxnSpPr>
            <a:stCxn id="12" idx="2"/>
            <a:endCxn id="10" idx="0"/>
          </p:cNvCxnSpPr>
          <p:nvPr/>
        </p:nvCxnSpPr>
        <p:spPr>
          <a:xfrm>
            <a:off x="7735743" y="4088156"/>
            <a:ext cx="523196" cy="1124774"/>
          </a:xfrm>
          <a:prstGeom prst="straightConnector1">
            <a:avLst/>
          </a:prstGeom>
          <a:ln w="38100">
            <a:solidFill>
              <a:srgbClr val="FF0000"/>
            </a:solidFill>
            <a:tailEnd type="triangle"/>
          </a:ln>
        </p:spPr>
        <p:style>
          <a:lnRef idx="1">
            <a:schemeClr val="accent4"/>
          </a:lnRef>
          <a:fillRef idx="0">
            <a:schemeClr val="accent4"/>
          </a:fillRef>
          <a:effectRef idx="0">
            <a:schemeClr val="accent4"/>
          </a:effectRef>
          <a:fontRef idx="minor">
            <a:schemeClr val="tx1"/>
          </a:fontRef>
        </p:style>
      </p:cxnSp>
      <p:sp>
        <p:nvSpPr>
          <p:cNvPr id="14" name="Rectangle 13">
            <a:extLst>
              <a:ext uri="{FF2B5EF4-FFF2-40B4-BE49-F238E27FC236}">
                <a16:creationId xmlns:a16="http://schemas.microsoft.com/office/drawing/2014/main" id="{7068C3E1-F193-71CE-CDB7-438F6BE0F5A7}"/>
              </a:ext>
            </a:extLst>
          </p:cNvPr>
          <p:cNvSpPr/>
          <p:nvPr/>
        </p:nvSpPr>
        <p:spPr>
          <a:xfrm>
            <a:off x="7566748" y="1101574"/>
            <a:ext cx="1172879" cy="169442"/>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Tree>
    <p:extLst>
      <p:ext uri="{BB962C8B-B14F-4D97-AF65-F5344CB8AC3E}">
        <p14:creationId xmlns:p14="http://schemas.microsoft.com/office/powerpoint/2010/main" val="23513779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8002-4029-D1A8-B1F7-45323CED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D6190-816D-2E41-0953-19E9E56C8947}"/>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1499F350-C6C6-8BCF-0365-A71BADBF8F4E}"/>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46F8EED3-C1BA-35AC-350D-01C1D1E1BADE}"/>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837DA15-819E-0E41-FCB9-6D2802134080}"/>
              </a:ext>
            </a:extLst>
          </p:cNvPr>
          <p:cNvSpPr>
            <a:spLocks noGrp="1"/>
          </p:cNvSpPr>
          <p:nvPr>
            <p:ph type="sldNum" sz="quarter" idx="12"/>
          </p:nvPr>
        </p:nvSpPr>
        <p:spPr/>
        <p:txBody>
          <a:bodyPr/>
          <a:lstStyle/>
          <a:p>
            <a:fld id="{148CC95F-0247-41B6-91CF-DC97C76A7088}" type="slidenum">
              <a:rPr lang="en-US" smtClean="0"/>
              <a:t>56</a:t>
            </a:fld>
            <a:endParaRPr lang="en-US"/>
          </a:p>
        </p:txBody>
      </p:sp>
      <p:pic>
        <p:nvPicPr>
          <p:cNvPr id="3" name="Picture 2">
            <a:extLst>
              <a:ext uri="{FF2B5EF4-FFF2-40B4-BE49-F238E27FC236}">
                <a16:creationId xmlns:a16="http://schemas.microsoft.com/office/drawing/2014/main" id="{EB36F1B3-FADD-22E1-FED5-E389301E8E80}"/>
              </a:ext>
            </a:extLst>
          </p:cNvPr>
          <p:cNvPicPr>
            <a:picLocks noChangeAspect="1"/>
          </p:cNvPicPr>
          <p:nvPr/>
        </p:nvPicPr>
        <p:blipFill>
          <a:blip r:embed="rId2"/>
          <a:stretch>
            <a:fillRect/>
          </a:stretch>
        </p:blipFill>
        <p:spPr>
          <a:xfrm>
            <a:off x="575687" y="2580668"/>
            <a:ext cx="9321872" cy="3858166"/>
          </a:xfrm>
          <a:prstGeom prst="rect">
            <a:avLst/>
          </a:prstGeom>
        </p:spPr>
      </p:pic>
      <p:pic>
        <p:nvPicPr>
          <p:cNvPr id="4" name="Picture 3">
            <a:extLst>
              <a:ext uri="{FF2B5EF4-FFF2-40B4-BE49-F238E27FC236}">
                <a16:creationId xmlns:a16="http://schemas.microsoft.com/office/drawing/2014/main" id="{A143456F-FCB2-19BE-1712-A58958C6C4CD}"/>
              </a:ext>
            </a:extLst>
          </p:cNvPr>
          <p:cNvPicPr>
            <a:picLocks noChangeAspect="1"/>
          </p:cNvPicPr>
          <p:nvPr/>
        </p:nvPicPr>
        <p:blipFill>
          <a:blip r:embed="rId3"/>
          <a:stretch>
            <a:fillRect/>
          </a:stretch>
        </p:blipFill>
        <p:spPr>
          <a:xfrm>
            <a:off x="7238581" y="488077"/>
            <a:ext cx="4243412" cy="2580070"/>
          </a:xfrm>
          <a:prstGeom prst="rect">
            <a:avLst/>
          </a:prstGeom>
        </p:spPr>
      </p:pic>
      <p:sp>
        <p:nvSpPr>
          <p:cNvPr id="5" name="Rectangle 4">
            <a:extLst>
              <a:ext uri="{FF2B5EF4-FFF2-40B4-BE49-F238E27FC236}">
                <a16:creationId xmlns:a16="http://schemas.microsoft.com/office/drawing/2014/main" id="{B21404C8-A6BC-E557-330F-8C9E56415640}"/>
              </a:ext>
            </a:extLst>
          </p:cNvPr>
          <p:cNvSpPr/>
          <p:nvPr/>
        </p:nvSpPr>
        <p:spPr>
          <a:xfrm>
            <a:off x="7238581" y="879367"/>
            <a:ext cx="1153561" cy="15441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6" name="Rectangle 5">
            <a:extLst>
              <a:ext uri="{FF2B5EF4-FFF2-40B4-BE49-F238E27FC236}">
                <a16:creationId xmlns:a16="http://schemas.microsoft.com/office/drawing/2014/main" id="{529ADFFB-7704-F2D1-4BE1-95DA14DF325E}"/>
              </a:ext>
            </a:extLst>
          </p:cNvPr>
          <p:cNvSpPr/>
          <p:nvPr/>
        </p:nvSpPr>
        <p:spPr>
          <a:xfrm>
            <a:off x="3452125" y="3609018"/>
            <a:ext cx="665994" cy="24633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7" name="Rectangle 6">
            <a:extLst>
              <a:ext uri="{FF2B5EF4-FFF2-40B4-BE49-F238E27FC236}">
                <a16:creationId xmlns:a16="http://schemas.microsoft.com/office/drawing/2014/main" id="{9942AA55-E6C7-6FE2-F0E1-5C82C27909A8}"/>
              </a:ext>
            </a:extLst>
          </p:cNvPr>
          <p:cNvSpPr/>
          <p:nvPr/>
        </p:nvSpPr>
        <p:spPr>
          <a:xfrm>
            <a:off x="3702511" y="4626062"/>
            <a:ext cx="665994" cy="24633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10" name="Rectangle 9">
            <a:extLst>
              <a:ext uri="{FF2B5EF4-FFF2-40B4-BE49-F238E27FC236}">
                <a16:creationId xmlns:a16="http://schemas.microsoft.com/office/drawing/2014/main" id="{40BB0050-E10C-BF9B-EEC6-68EF159CB75E}"/>
              </a:ext>
            </a:extLst>
          </p:cNvPr>
          <p:cNvSpPr/>
          <p:nvPr/>
        </p:nvSpPr>
        <p:spPr>
          <a:xfrm>
            <a:off x="9241289" y="3585724"/>
            <a:ext cx="665994" cy="24633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12" name="Rectangle 11">
            <a:extLst>
              <a:ext uri="{FF2B5EF4-FFF2-40B4-BE49-F238E27FC236}">
                <a16:creationId xmlns:a16="http://schemas.microsoft.com/office/drawing/2014/main" id="{0969BC5A-1605-62D3-3480-A53A2022217A}"/>
              </a:ext>
            </a:extLst>
          </p:cNvPr>
          <p:cNvSpPr/>
          <p:nvPr/>
        </p:nvSpPr>
        <p:spPr>
          <a:xfrm>
            <a:off x="8441835" y="5012279"/>
            <a:ext cx="1598907" cy="24633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cxnSp>
        <p:nvCxnSpPr>
          <p:cNvPr id="13" name="Straight Arrow Connector 12">
            <a:extLst>
              <a:ext uri="{FF2B5EF4-FFF2-40B4-BE49-F238E27FC236}">
                <a16:creationId xmlns:a16="http://schemas.microsoft.com/office/drawing/2014/main" id="{788D4824-B7EE-82E9-BCEE-28715A1EB520}"/>
              </a:ext>
            </a:extLst>
          </p:cNvPr>
          <p:cNvCxnSpPr>
            <a:cxnSpLocks/>
            <a:stCxn id="6" idx="2"/>
            <a:endCxn id="7" idx="0"/>
          </p:cNvCxnSpPr>
          <p:nvPr/>
        </p:nvCxnSpPr>
        <p:spPr>
          <a:xfrm>
            <a:off x="3785122" y="3855356"/>
            <a:ext cx="250386" cy="7707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33DA6AB-1B41-8048-F31D-C4ED3E0A14CD}"/>
              </a:ext>
            </a:extLst>
          </p:cNvPr>
          <p:cNvCxnSpPr>
            <a:cxnSpLocks/>
            <a:stCxn id="10" idx="2"/>
            <a:endCxn id="12" idx="0"/>
          </p:cNvCxnSpPr>
          <p:nvPr/>
        </p:nvCxnSpPr>
        <p:spPr>
          <a:xfrm flipH="1">
            <a:off x="9241289" y="3832062"/>
            <a:ext cx="332997" cy="11802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895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AC60-FEB1-E4E3-9727-9846CACD2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EA24-A0E7-16B5-0E63-762F5A75C4AC}"/>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A7171806-E5E3-3B07-603B-F3DE85B9B16B}"/>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8D574B8C-BCB1-B201-2B56-3458B2CF3E8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BB12C82-6B87-5CA0-B146-3927F47D89D3}"/>
              </a:ext>
            </a:extLst>
          </p:cNvPr>
          <p:cNvSpPr>
            <a:spLocks noGrp="1"/>
          </p:cNvSpPr>
          <p:nvPr>
            <p:ph type="sldNum" sz="quarter" idx="12"/>
          </p:nvPr>
        </p:nvSpPr>
        <p:spPr/>
        <p:txBody>
          <a:bodyPr/>
          <a:lstStyle/>
          <a:p>
            <a:fld id="{148CC95F-0247-41B6-91CF-DC97C76A7088}" type="slidenum">
              <a:rPr lang="en-US" smtClean="0"/>
              <a:t>57</a:t>
            </a:fld>
            <a:endParaRPr lang="en-US"/>
          </a:p>
        </p:txBody>
      </p:sp>
      <p:pic>
        <p:nvPicPr>
          <p:cNvPr id="3" name="Picture 2">
            <a:extLst>
              <a:ext uri="{FF2B5EF4-FFF2-40B4-BE49-F238E27FC236}">
                <a16:creationId xmlns:a16="http://schemas.microsoft.com/office/drawing/2014/main" id="{614FB4CE-AFEA-D552-32F1-FDC9B67BF9D7}"/>
              </a:ext>
            </a:extLst>
          </p:cNvPr>
          <p:cNvPicPr>
            <a:picLocks noChangeAspect="1"/>
          </p:cNvPicPr>
          <p:nvPr/>
        </p:nvPicPr>
        <p:blipFill>
          <a:blip r:embed="rId2"/>
          <a:stretch>
            <a:fillRect/>
          </a:stretch>
        </p:blipFill>
        <p:spPr>
          <a:xfrm>
            <a:off x="406400" y="2298370"/>
            <a:ext cx="10221843" cy="4227520"/>
          </a:xfrm>
          <a:prstGeom prst="rect">
            <a:avLst/>
          </a:prstGeom>
        </p:spPr>
      </p:pic>
      <p:pic>
        <p:nvPicPr>
          <p:cNvPr id="4" name="Picture 3">
            <a:extLst>
              <a:ext uri="{FF2B5EF4-FFF2-40B4-BE49-F238E27FC236}">
                <a16:creationId xmlns:a16="http://schemas.microsoft.com/office/drawing/2014/main" id="{27AB14CA-FF45-7C2E-A97D-E57972F6C487}"/>
              </a:ext>
            </a:extLst>
          </p:cNvPr>
          <p:cNvPicPr>
            <a:picLocks noChangeAspect="1"/>
          </p:cNvPicPr>
          <p:nvPr/>
        </p:nvPicPr>
        <p:blipFill>
          <a:blip r:embed="rId3"/>
          <a:stretch>
            <a:fillRect/>
          </a:stretch>
        </p:blipFill>
        <p:spPr>
          <a:xfrm>
            <a:off x="7474186" y="739996"/>
            <a:ext cx="4303286" cy="2600101"/>
          </a:xfrm>
          <a:prstGeom prst="rect">
            <a:avLst/>
          </a:prstGeom>
        </p:spPr>
      </p:pic>
      <p:sp>
        <p:nvSpPr>
          <p:cNvPr id="5" name="Rectangle 4">
            <a:extLst>
              <a:ext uri="{FF2B5EF4-FFF2-40B4-BE49-F238E27FC236}">
                <a16:creationId xmlns:a16="http://schemas.microsoft.com/office/drawing/2014/main" id="{4E1778C1-7263-FE5D-AEDF-890C1B325AD9}"/>
              </a:ext>
            </a:extLst>
          </p:cNvPr>
          <p:cNvSpPr/>
          <p:nvPr/>
        </p:nvSpPr>
        <p:spPr>
          <a:xfrm>
            <a:off x="7474186" y="1088607"/>
            <a:ext cx="1358646" cy="2036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
        <p:nvSpPr>
          <p:cNvPr id="6" name="Rectangle 5">
            <a:extLst>
              <a:ext uri="{FF2B5EF4-FFF2-40B4-BE49-F238E27FC236}">
                <a16:creationId xmlns:a16="http://schemas.microsoft.com/office/drawing/2014/main" id="{0544C47F-D9BE-9AA9-EB70-2DA4CEEB33ED}"/>
              </a:ext>
            </a:extLst>
          </p:cNvPr>
          <p:cNvSpPr/>
          <p:nvPr/>
        </p:nvSpPr>
        <p:spPr>
          <a:xfrm>
            <a:off x="866374" y="5441128"/>
            <a:ext cx="2185439" cy="24321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Tree>
    <p:extLst>
      <p:ext uri="{BB962C8B-B14F-4D97-AF65-F5344CB8AC3E}">
        <p14:creationId xmlns:p14="http://schemas.microsoft.com/office/powerpoint/2010/main" val="36030211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AE4A-8ABB-5536-F6D5-415519165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D500F-C312-4A5B-2BF6-DE8318C730A4}"/>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34809226-B8AF-95B2-B530-2CAE3345516A}"/>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F9C8B786-948D-AE48-FD04-BFFE154748C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E5DECD0-029E-FB76-C7D8-501746D8F99F}"/>
              </a:ext>
            </a:extLst>
          </p:cNvPr>
          <p:cNvSpPr>
            <a:spLocks noGrp="1"/>
          </p:cNvSpPr>
          <p:nvPr>
            <p:ph type="sldNum" sz="quarter" idx="12"/>
          </p:nvPr>
        </p:nvSpPr>
        <p:spPr/>
        <p:txBody>
          <a:bodyPr/>
          <a:lstStyle/>
          <a:p>
            <a:fld id="{148CC95F-0247-41B6-91CF-DC97C76A7088}" type="slidenum">
              <a:rPr lang="en-US" smtClean="0"/>
              <a:t>58</a:t>
            </a:fld>
            <a:endParaRPr lang="en-US"/>
          </a:p>
        </p:txBody>
      </p:sp>
      <p:pic>
        <p:nvPicPr>
          <p:cNvPr id="3" name="Picture 2">
            <a:extLst>
              <a:ext uri="{FF2B5EF4-FFF2-40B4-BE49-F238E27FC236}">
                <a16:creationId xmlns:a16="http://schemas.microsoft.com/office/drawing/2014/main" id="{531BB9D9-943E-2675-6D0B-AA64E06B993C}"/>
              </a:ext>
            </a:extLst>
          </p:cNvPr>
          <p:cNvPicPr>
            <a:picLocks noChangeAspect="1"/>
          </p:cNvPicPr>
          <p:nvPr/>
        </p:nvPicPr>
        <p:blipFill>
          <a:blip r:embed="rId2"/>
          <a:stretch>
            <a:fillRect/>
          </a:stretch>
        </p:blipFill>
        <p:spPr>
          <a:xfrm>
            <a:off x="266700" y="1690947"/>
            <a:ext cx="11658600" cy="4834943"/>
          </a:xfrm>
          <a:prstGeom prst="rect">
            <a:avLst/>
          </a:prstGeom>
        </p:spPr>
      </p:pic>
      <p:sp>
        <p:nvSpPr>
          <p:cNvPr id="4" name="Rectangle 3">
            <a:extLst>
              <a:ext uri="{FF2B5EF4-FFF2-40B4-BE49-F238E27FC236}">
                <a16:creationId xmlns:a16="http://schemas.microsoft.com/office/drawing/2014/main" id="{5506C102-3982-FEF5-8639-E94D43C9DDFE}"/>
              </a:ext>
            </a:extLst>
          </p:cNvPr>
          <p:cNvSpPr/>
          <p:nvPr/>
        </p:nvSpPr>
        <p:spPr>
          <a:xfrm>
            <a:off x="870008" y="5325646"/>
            <a:ext cx="2185439" cy="24321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spc="0" baseline="0"/>
          </a:p>
        </p:txBody>
      </p:sp>
    </p:spTree>
    <p:extLst>
      <p:ext uri="{BB962C8B-B14F-4D97-AF65-F5344CB8AC3E}">
        <p14:creationId xmlns:p14="http://schemas.microsoft.com/office/powerpoint/2010/main" val="25778135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F13A-593F-6EC2-C6DE-C4389F8EC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E988D-C1FC-8276-AC0C-09D88B52D351}"/>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9B285AE5-436C-D889-CCB9-AFD67220813C}"/>
              </a:ext>
            </a:extLst>
          </p:cNvPr>
          <p:cNvSpPr>
            <a:spLocks noGrp="1"/>
          </p:cNvSpPr>
          <p:nvPr>
            <p:ph type="dt" sz="half" idx="10"/>
          </p:nvPr>
        </p:nvSpPr>
        <p:spPr/>
        <p:txBody>
          <a:bodyPr/>
          <a:lstStyle/>
          <a:p>
            <a:fld id="{780F2533-275E-428B-B3B3-9CA4281B478F}" type="datetime1">
              <a:rPr lang="en-US" smtClean="0"/>
              <a:t>7/8/2026</a:t>
            </a:fld>
            <a:endParaRPr lang="en-US"/>
          </a:p>
        </p:txBody>
      </p:sp>
      <p:sp>
        <p:nvSpPr>
          <p:cNvPr id="9" name="Footer Placeholder 8">
            <a:extLst>
              <a:ext uri="{FF2B5EF4-FFF2-40B4-BE49-F238E27FC236}">
                <a16:creationId xmlns:a16="http://schemas.microsoft.com/office/drawing/2014/main" id="{619EF46F-4F41-6191-C59A-125AE1E445E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1B0611F-9DCE-A44C-F33D-90612B1C319A}"/>
              </a:ext>
            </a:extLst>
          </p:cNvPr>
          <p:cNvSpPr>
            <a:spLocks noGrp="1"/>
          </p:cNvSpPr>
          <p:nvPr>
            <p:ph type="sldNum" sz="quarter" idx="12"/>
          </p:nvPr>
        </p:nvSpPr>
        <p:spPr/>
        <p:txBody>
          <a:bodyPr/>
          <a:lstStyle/>
          <a:p>
            <a:fld id="{148CC95F-0247-41B6-91CF-DC97C76A7088}" type="slidenum">
              <a:rPr lang="en-US" smtClean="0"/>
              <a:t>59</a:t>
            </a:fld>
            <a:endParaRPr lang="en-US"/>
          </a:p>
        </p:txBody>
      </p:sp>
      <p:graphicFrame>
        <p:nvGraphicFramePr>
          <p:cNvPr id="3" name="Table 2">
            <a:extLst>
              <a:ext uri="{FF2B5EF4-FFF2-40B4-BE49-F238E27FC236}">
                <a16:creationId xmlns:a16="http://schemas.microsoft.com/office/drawing/2014/main" id="{98F12B12-B7F9-AFDD-F4D7-44E5CB49ACC6}"/>
              </a:ext>
            </a:extLst>
          </p:cNvPr>
          <p:cNvGraphicFramePr>
            <a:graphicFrameLocks noGrp="1"/>
          </p:cNvGraphicFramePr>
          <p:nvPr>
            <p:extLst>
              <p:ext uri="{D42A27DB-BD31-4B8C-83A1-F6EECF244321}">
                <p14:modId xmlns:p14="http://schemas.microsoft.com/office/powerpoint/2010/main" val="3670861158"/>
              </p:ext>
            </p:extLst>
          </p:nvPr>
        </p:nvGraphicFramePr>
        <p:xfrm>
          <a:off x="533399" y="2077411"/>
          <a:ext cx="11125202" cy="3845560"/>
        </p:xfrm>
        <a:graphic>
          <a:graphicData uri="http://schemas.openxmlformats.org/drawingml/2006/table">
            <a:tbl>
              <a:tblPr firstRow="1" bandRow="1">
                <a:tableStyleId>{073A0DAA-6AF3-43AB-8588-CEC1D06C72B9}</a:tableStyleId>
              </a:tblPr>
              <a:tblGrid>
                <a:gridCol w="1785721">
                  <a:extLst>
                    <a:ext uri="{9D8B030D-6E8A-4147-A177-3AD203B41FA5}">
                      <a16:colId xmlns:a16="http://schemas.microsoft.com/office/drawing/2014/main" val="1291097119"/>
                    </a:ext>
                  </a:extLst>
                </a:gridCol>
                <a:gridCol w="2642236">
                  <a:extLst>
                    <a:ext uri="{9D8B030D-6E8A-4147-A177-3AD203B41FA5}">
                      <a16:colId xmlns:a16="http://schemas.microsoft.com/office/drawing/2014/main" val="2514207175"/>
                    </a:ext>
                  </a:extLst>
                </a:gridCol>
                <a:gridCol w="6697245">
                  <a:extLst>
                    <a:ext uri="{9D8B030D-6E8A-4147-A177-3AD203B41FA5}">
                      <a16:colId xmlns:a16="http://schemas.microsoft.com/office/drawing/2014/main" val="3519580561"/>
                    </a:ext>
                  </a:extLst>
                </a:gridCol>
              </a:tblGrid>
              <a:tr h="370840">
                <a:tc>
                  <a:txBody>
                    <a:bodyPr/>
                    <a:lstStyle/>
                    <a:p>
                      <a:pPr algn="ctr"/>
                      <a:r>
                        <a:rPr lang="vi-VN"/>
                        <a:t>Index</a:t>
                      </a:r>
                      <a:endParaRPr lang="en-US"/>
                    </a:p>
                  </a:txBody>
                  <a:tcPr/>
                </a:tc>
                <a:tc>
                  <a:txBody>
                    <a:bodyPr/>
                    <a:lstStyle/>
                    <a:p>
                      <a:pPr algn="ctr"/>
                      <a:r>
                        <a:rPr lang="vi-VN" dirty="0"/>
                        <a:t>Feature</a:t>
                      </a:r>
                      <a:endParaRPr lang="en-US" dirty="0"/>
                    </a:p>
                  </a:txBody>
                  <a:tcPr/>
                </a:tc>
                <a:tc>
                  <a:txBody>
                    <a:bodyPr/>
                    <a:lstStyle/>
                    <a:p>
                      <a:pPr algn="ctr"/>
                      <a:r>
                        <a:rPr lang="vi-VN"/>
                        <a:t>Descriptions</a:t>
                      </a:r>
                      <a:endParaRPr lang="en-US"/>
                    </a:p>
                  </a:txBody>
                  <a:tcPr/>
                </a:tc>
                <a:extLst>
                  <a:ext uri="{0D108BD9-81ED-4DB2-BD59-A6C34878D82A}">
                    <a16:rowId xmlns:a16="http://schemas.microsoft.com/office/drawing/2014/main" val="2985897740"/>
                  </a:ext>
                </a:extLst>
              </a:tr>
              <a:tr h="370840">
                <a:tc>
                  <a:txBody>
                    <a:bodyPr/>
                    <a:lstStyle/>
                    <a:p>
                      <a:pPr algn="ctr"/>
                      <a:r>
                        <a:rPr lang="vi-VN"/>
                        <a:t>1</a:t>
                      </a:r>
                      <a:endParaRPr lang="en-US"/>
                    </a:p>
                  </a:txBody>
                  <a:tcPr/>
                </a:tc>
                <a:tc>
                  <a:txBody>
                    <a:bodyPr/>
                    <a:lstStyle/>
                    <a:p>
                      <a:pPr algn="l"/>
                      <a:r>
                        <a:rPr lang="en-US" sz="1800" b="0" kern="1200">
                          <a:solidFill>
                            <a:schemeClr val="dk1"/>
                          </a:solidFill>
                          <a:effectLst/>
                        </a:rPr>
                        <a:t>Adjacent address region</a:t>
                      </a:r>
                      <a:r>
                        <a:rPr lang="vi-VN" sz="1800" b="0" kern="1200">
                          <a:solidFill>
                            <a:schemeClr val="dk1"/>
                          </a:solidFill>
                          <a:effectLst/>
                        </a:rPr>
                        <a:t> (0x04 and 0x00 or 0x10 or 0x14)</a:t>
                      </a:r>
                      <a:endParaRPr lang="en-US" b="0"/>
                    </a:p>
                  </a:txBody>
                  <a:tcPr/>
                </a:tc>
                <a:tc>
                  <a:txBody>
                    <a:bodyPr/>
                    <a:lstStyle/>
                    <a:p>
                      <a:r>
                        <a:rPr lang="en-US"/>
                        <a:t>Issue: Writes to 0x00 and 0x04 with different values are not preserved independently.</a:t>
                      </a:r>
                      <a:endParaRPr lang="vi-VN"/>
                    </a:p>
                    <a:p>
                      <a:r>
                        <a:rPr lang="en-US"/>
                        <a:t>Observed Behavior: Reading from 0x04 returns the lower 4 bytes of the value previously written to 0x00.</a:t>
                      </a:r>
                      <a:endParaRPr lang="vi-VN"/>
                    </a:p>
                    <a:p>
                      <a:r>
                        <a:rPr lang="en-US"/>
                        <a:t>Expected Behavior: The value read from 0x04 should match the value written to 0x04, unaffected by the write to 0x00.</a:t>
                      </a:r>
                    </a:p>
                  </a:txBody>
                  <a:tcPr/>
                </a:tc>
                <a:extLst>
                  <a:ext uri="{0D108BD9-81ED-4DB2-BD59-A6C34878D82A}">
                    <a16:rowId xmlns:a16="http://schemas.microsoft.com/office/drawing/2014/main" val="875695754"/>
                  </a:ext>
                </a:extLst>
              </a:tr>
              <a:tr h="370840">
                <a:tc>
                  <a:txBody>
                    <a:bodyPr/>
                    <a:lstStyle/>
                    <a:p>
                      <a:pPr algn="ctr"/>
                      <a:r>
                        <a:rPr lang="vi-VN"/>
                        <a:t>2</a:t>
                      </a:r>
                      <a:endParaRPr lang="en-US"/>
                    </a:p>
                  </a:txBody>
                  <a:tcPr/>
                </a:tc>
                <a:tc>
                  <a:txBody>
                    <a:bodyPr/>
                    <a:lstStyle/>
                    <a:p>
                      <a:r>
                        <a:rPr lang="vi-VN" dirty="0"/>
                        <a:t>HRESP is not set to 1 (ERROR)</a:t>
                      </a:r>
                      <a:endParaRPr lang="en-US" dirty="0"/>
                    </a:p>
                  </a:txBody>
                  <a:tcPr/>
                </a:tc>
                <a:tc>
                  <a:txBody>
                    <a:bodyPr/>
                    <a:lstStyle/>
                    <a:p>
                      <a:r>
                        <a:rPr lang="en-US" dirty="0"/>
                        <a:t>Issue: Invalid transfer size </a:t>
                      </a:r>
                      <a:r>
                        <a:rPr lang="en-US" dirty="0" err="1"/>
                        <a:t>handling.Setup</a:t>
                      </a:r>
                      <a:r>
                        <a:rPr lang="en-US" dirty="0"/>
                        <a:t>: HSIZE = DWORD (64-bit) on a 32-bit data bus.</a:t>
                      </a:r>
                      <a:endParaRPr lang="vi-VN" dirty="0"/>
                    </a:p>
                    <a:p>
                      <a:r>
                        <a:rPr lang="en-US" dirty="0"/>
                        <a:t>Observed Behavior: </a:t>
                      </a:r>
                      <a:r>
                        <a:rPr lang="en-US" dirty="0" err="1"/>
                        <a:t>o_hresp</a:t>
                      </a:r>
                      <a:r>
                        <a:rPr lang="en-US" dirty="0"/>
                        <a:t> remains </a:t>
                      </a:r>
                      <a:r>
                        <a:rPr lang="en-US" dirty="0" err="1"/>
                        <a:t>deasserted</a:t>
                      </a:r>
                      <a:r>
                        <a:rPr lang="en-US" dirty="0"/>
                        <a:t> (0).</a:t>
                      </a:r>
                      <a:endParaRPr lang="vi-VN" dirty="0"/>
                    </a:p>
                    <a:p>
                      <a:r>
                        <a:rPr lang="en-US" dirty="0"/>
                        <a:t>Expected Behavior: The transfer is invalid and must return an ERROR response; thus, </a:t>
                      </a:r>
                      <a:r>
                        <a:rPr lang="en-US" dirty="0" err="1"/>
                        <a:t>o_hresp</a:t>
                      </a:r>
                      <a:r>
                        <a:rPr lang="en-US" dirty="0"/>
                        <a:t> should be asserted (1) on the completion cycle.</a:t>
                      </a:r>
                    </a:p>
                  </a:txBody>
                  <a:tcPr/>
                </a:tc>
                <a:extLst>
                  <a:ext uri="{0D108BD9-81ED-4DB2-BD59-A6C34878D82A}">
                    <a16:rowId xmlns:a16="http://schemas.microsoft.com/office/drawing/2014/main" val="26596696"/>
                  </a:ext>
                </a:extLst>
              </a:tr>
            </a:tbl>
          </a:graphicData>
        </a:graphic>
      </p:graphicFrame>
    </p:spTree>
    <p:extLst>
      <p:ext uri="{BB962C8B-B14F-4D97-AF65-F5344CB8AC3E}">
        <p14:creationId xmlns:p14="http://schemas.microsoft.com/office/powerpoint/2010/main" val="34251648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C293F0-3E6C-1804-48FA-2051CFD8F017}"/>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96DB4E40-BCED-AB05-43FC-11F7EFB00C46}"/>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51" name="Rectangle 50">
            <a:extLst>
              <a:ext uri="{FF2B5EF4-FFF2-40B4-BE49-F238E27FC236}">
                <a16:creationId xmlns:a16="http://schemas.microsoft.com/office/drawing/2014/main" id="{7508F7DC-CA28-4ACE-AF79-D7E98ED1B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AB20218-A500-457C-B65C-F3D198B1F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E85CB7-86E3-ECA4-BB10-8ABB4A5D33BB}"/>
              </a:ext>
            </a:extLst>
          </p:cNvPr>
          <p:cNvSpPr>
            <a:spLocks noGrp="1"/>
          </p:cNvSpPr>
          <p:nvPr>
            <p:ph type="ctrTitle"/>
          </p:nvPr>
        </p:nvSpPr>
        <p:spPr>
          <a:xfrm>
            <a:off x="517870" y="978408"/>
            <a:ext cx="8686796" cy="2334247"/>
          </a:xfrm>
        </p:spPr>
        <p:txBody>
          <a:bodyPr anchor="t">
            <a:normAutofit/>
          </a:bodyPr>
          <a:lstStyle/>
          <a:p>
            <a:r>
              <a:rPr lang="en-US">
                <a:solidFill>
                  <a:srgbClr val="FFFFFF"/>
                </a:solidFill>
              </a:rPr>
              <a:t>Thanks for watching</a:t>
            </a:r>
          </a:p>
        </p:txBody>
      </p:sp>
      <p:sp>
        <p:nvSpPr>
          <p:cNvPr id="7" name="Footer Placeholder 6">
            <a:extLst>
              <a:ext uri="{FF2B5EF4-FFF2-40B4-BE49-F238E27FC236}">
                <a16:creationId xmlns:a16="http://schemas.microsoft.com/office/drawing/2014/main" id="{79EDCFA0-C473-5B3B-D699-0BED5D9A0F8A}"/>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55" name="Rectangle 5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68680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52B4C666-F5A2-C0B8-BE8B-B31D72F96F68}"/>
              </a:ext>
            </a:extLst>
          </p:cNvPr>
          <p:cNvSpPr>
            <a:spLocks noGrp="1"/>
          </p:cNvSpPr>
          <p:nvPr>
            <p:ph type="dt" sz="half" idx="10"/>
          </p:nvPr>
        </p:nvSpPr>
        <p:spPr>
          <a:xfrm>
            <a:off x="521208" y="6419088"/>
            <a:ext cx="2743200" cy="365125"/>
          </a:xfrm>
        </p:spPr>
        <p:txBody>
          <a:bodyPr>
            <a:normAutofit/>
          </a:bodyPr>
          <a:lstStyle/>
          <a:p>
            <a:pPr>
              <a:spcAft>
                <a:spcPts val="600"/>
              </a:spcAft>
            </a:pPr>
            <a:fld id="{9FACABAD-D5DA-494F-B357-4544D92CEF13}" type="datetime1">
              <a:rPr lang="en-US" smtClean="0">
                <a:solidFill>
                  <a:srgbClr val="FFFFFF"/>
                </a:solidFill>
              </a:rPr>
              <a:t>7/8/2026</a:t>
            </a:fld>
            <a:endParaRPr lang="en-US">
              <a:solidFill>
                <a:srgbClr val="FFFFFF"/>
              </a:solidFill>
            </a:endParaRPr>
          </a:p>
        </p:txBody>
      </p:sp>
      <p:sp>
        <p:nvSpPr>
          <p:cNvPr id="5" name="Slide Number Placeholder 4">
            <a:extLst>
              <a:ext uri="{FF2B5EF4-FFF2-40B4-BE49-F238E27FC236}">
                <a16:creationId xmlns:a16="http://schemas.microsoft.com/office/drawing/2014/main" id="{08B5A8F0-D850-4AFD-2995-E1EDDACC816D}"/>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a:solidFill>
                  <a:srgbClr val="FFFFFF"/>
                </a:solidFill>
              </a:rPr>
              <a:pPr>
                <a:spcAft>
                  <a:spcPts val="600"/>
                </a:spcAft>
              </a:pPr>
              <a:t>60</a:t>
            </a:fld>
            <a:endParaRPr lang="en-US">
              <a:solidFill>
                <a:srgbClr val="FFFFFF"/>
              </a:solidFill>
            </a:endParaRPr>
          </a:p>
        </p:txBody>
      </p:sp>
      <p:sp>
        <p:nvSpPr>
          <p:cNvPr id="3" name="Subtitle 2">
            <a:extLst>
              <a:ext uri="{FF2B5EF4-FFF2-40B4-BE49-F238E27FC236}">
                <a16:creationId xmlns:a16="http://schemas.microsoft.com/office/drawing/2014/main" id="{24C9F7C2-E3BA-3CF4-DA87-1D66899C8322}"/>
              </a:ext>
            </a:extLst>
          </p:cNvPr>
          <p:cNvSpPr>
            <a:spLocks noGrp="1"/>
          </p:cNvSpPr>
          <p:nvPr>
            <p:ph type="subTitle" idx="1"/>
          </p:nvPr>
        </p:nvSpPr>
        <p:spPr>
          <a:xfrm>
            <a:off x="6652366" y="4108182"/>
            <a:ext cx="5040785" cy="1828799"/>
          </a:xfrm>
        </p:spPr>
        <p:txBody>
          <a:bodyPr anchor="b">
            <a:normAutofit/>
          </a:bodyPr>
          <a:lstStyle/>
          <a:p>
            <a:r>
              <a:rPr lang="en-US" b="1">
                <a:solidFill>
                  <a:srgbClr val="FFFFFF"/>
                </a:solidFill>
              </a:rPr>
              <a:t>Digital VLSI Design </a:t>
            </a:r>
          </a:p>
          <a:p>
            <a:r>
              <a:rPr lang="en-US" b="1">
                <a:solidFill>
                  <a:srgbClr val="FFFFFF"/>
                </a:solidFill>
              </a:rPr>
              <a:t>Actor: Hoang Bao Long</a:t>
            </a:r>
          </a:p>
        </p:txBody>
      </p:sp>
    </p:spTree>
    <p:extLst>
      <p:ext uri="{BB962C8B-B14F-4D97-AF65-F5344CB8AC3E}">
        <p14:creationId xmlns:p14="http://schemas.microsoft.com/office/powerpoint/2010/main" val="19133791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otalTime>345</TotalTime>
  <Words>5688</Words>
  <Application>Microsoft Office PowerPoint</Application>
  <PresentationFormat>Widescreen</PresentationFormat>
  <Paragraphs>879</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Arial</vt:lpstr>
      <vt:lpstr>Arial (Body)</vt:lpstr>
      <vt:lpstr>Bierstadt</vt:lpstr>
      <vt:lpstr>GestaltVTI</vt:lpstr>
      <vt:lpstr>AMBA AHB</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2. Verification Plans</vt:lpstr>
      <vt:lpstr>2. Verification Plans</vt:lpstr>
      <vt:lpstr>2. Verification Plans</vt:lpstr>
      <vt:lpstr>2. Verification Plans</vt:lpstr>
      <vt:lpstr>2. Verification Plans</vt:lpstr>
      <vt:lpstr>2. Verification Plans</vt:lpstr>
      <vt:lpstr>3. Environment</vt:lpstr>
      <vt:lpstr>3. Environment</vt:lpstr>
      <vt:lpstr>3. Environment</vt:lpstr>
      <vt:lpstr>3. Environment</vt:lpstr>
      <vt:lpstr>4. Verification results</vt:lpstr>
      <vt:lpstr>4. Verification results</vt:lpstr>
      <vt:lpstr>4. Verification results</vt:lpstr>
      <vt:lpstr>4. Verification results</vt:lpstr>
      <vt:lpstr>4. Verification results</vt:lpstr>
      <vt:lpstr>4. Verification results</vt:lpstr>
      <vt:lpstr>4. Verification results</vt:lpstr>
      <vt:lpstr>4. Verification results</vt:lpstr>
      <vt:lpstr>4. Verification results</vt:lpstr>
      <vt:lpstr>4. Verification results</vt:lpstr>
      <vt:lpstr>4. Verification results</vt:lpstr>
      <vt:lpstr>4. Verification results</vt:lpstr>
      <vt:lpstr>Thanks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Hoàng Bảo Long</dc:creator>
  <cp:lastModifiedBy>Long Hoang</cp:lastModifiedBy>
  <cp:revision>142</cp:revision>
  <dcterms:created xsi:type="dcterms:W3CDTF">2025-11-01T17:14:13Z</dcterms:created>
  <dcterms:modified xsi:type="dcterms:W3CDTF">2026-07-08T15:30:50Z</dcterms:modified>
</cp:coreProperties>
</file>